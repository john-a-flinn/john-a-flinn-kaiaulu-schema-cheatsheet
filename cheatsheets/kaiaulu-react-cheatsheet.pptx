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modernComment_100_0.xml" ContentType="application/vnd.ms-powerpoint.comment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
  </p:notesMasterIdLst>
  <p:sldIdLst>
    <p:sldId id="256" r:id="rId2"/>
  </p:sldIdLst>
  <p:sldSz cx="13970000" cy="10795000"/>
  <p:notesSz cx="6858000" cy="9144000"/>
  <p:embeddedFontLst>
    <p:embeddedFont>
      <p:font typeface="Helvetica Neue" panose="020B0604020202020204" charset="0"/>
      <p:regular r:id="rId4"/>
      <p:bold r:id="rId5"/>
      <p:italic r:id="rId6"/>
      <p:boldItalic r:id="rId7"/>
    </p:embeddedFont>
    <p:embeddedFont>
      <p:font typeface="Source Sans Pro" panose="020B0503030403020204" pitchFamily="34" charset="0"/>
      <p:regular r:id="rId8"/>
      <p:bold r:id="rId9"/>
      <p:italic r:id="rId10"/>
      <p:boldItalic r:id="rId11"/>
    </p:embeddedFont>
    <p:embeddedFont>
      <p:font typeface="Source Sans Pro Light" panose="020B0403030403020204" pitchFamily="34" charset="0"/>
      <p:regular r:id="rId12"/>
    </p:embeddedFont>
    <p:embeddedFont>
      <p:font typeface="Source Sans Pro SemiBold" panose="020B0603030403020204" pitchFamily="34" charset="0"/>
      <p:bold r:id="rId1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400">
          <p15:clr>
            <a:srgbClr val="A4A3A4"/>
          </p15:clr>
        </p15:guide>
        <p15:guide id="2" pos="4400">
          <p15:clr>
            <a:srgbClr val="A4A3A4"/>
          </p15:clr>
        </p15:guide>
      </p15:sldGuideLst>
    </p:ext>
    <p:ext uri="GoogleSlidesCustomDataVersion2">
      <go:slidesCustomData xmlns=""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r:id="rId15" roundtripDataSignature="AMtx7mgbZDD61X3uACEWe40T1ZjEXInHVQ=="/>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37094C8E-B306-26B5-D1E4-CF2543C612A4}" name="Austin Dang" initials="AD" userId="1de4f321b7a19294" providerId="Windows Live"/>
  <p188:author id="{00381DA6-9065-D171-5CA0-FB9CF094C2E7}" name="Carlos P." initials="CP" userId="435ab8475c8754a4" providerId="Windows Live"/>
  <p188:author id="{129752B4-E9EE-CA83-614F-3092658989CC}" name="Austin Dang" initials="AD" userId="S::austindd@hawaii.edu::c8efbe7f-0677-4755-a027-babac8d9e501"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C4C4C"/>
    <a:srgbClr val="628DB5"/>
    <a:srgbClr val="585858"/>
    <a:srgbClr val="6D9EEB"/>
    <a:srgbClr val="1255CC"/>
    <a:srgbClr val="92D051"/>
    <a:srgbClr val="FFE59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610"/>
    <p:restoredTop sz="94005" autoAdjust="0"/>
  </p:normalViewPr>
  <p:slideViewPr>
    <p:cSldViewPr snapToGrid="0">
      <p:cViewPr>
        <p:scale>
          <a:sx n="75" d="100"/>
          <a:sy n="75" d="100"/>
        </p:scale>
        <p:origin x="540" y="-510"/>
      </p:cViewPr>
      <p:guideLst>
        <p:guide orient="horz" pos="3400"/>
        <p:guide pos="440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5.fntdata"/><Relationship Id="rId13" Type="http://schemas.openxmlformats.org/officeDocument/2006/relationships/font" Target="fonts/font10.fntdata"/><Relationship Id="rId18" Type="http://schemas.openxmlformats.org/officeDocument/2006/relationships/theme" Target="theme/theme1.xml"/><Relationship Id="rId3" Type="http://schemas.openxmlformats.org/officeDocument/2006/relationships/notesMaster" Target="notesMasters/notesMaster1.xml"/><Relationship Id="rId7" Type="http://schemas.openxmlformats.org/officeDocument/2006/relationships/font" Target="fonts/font4.fntdata"/><Relationship Id="rId12" Type="http://schemas.openxmlformats.org/officeDocument/2006/relationships/font" Target="fonts/font9.fntdata"/><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font" Target="fonts/font3.fntdata"/><Relationship Id="rId11" Type="http://schemas.openxmlformats.org/officeDocument/2006/relationships/font" Target="fonts/font8.fntdata"/><Relationship Id="rId5" Type="http://schemas.openxmlformats.org/officeDocument/2006/relationships/font" Target="fonts/font2.fntdata"/><Relationship Id="rId15" Type="http://customschemas.google.com/relationships/presentationmetadata" Target="metadata"/><Relationship Id="rId10" Type="http://schemas.openxmlformats.org/officeDocument/2006/relationships/font" Target="fonts/font7.fntdata"/><Relationship Id="rId19" Type="http://schemas.openxmlformats.org/officeDocument/2006/relationships/tableStyles" Target="tableStyles.xml"/><Relationship Id="rId4" Type="http://schemas.openxmlformats.org/officeDocument/2006/relationships/font" Target="fonts/font1.fntdata"/><Relationship Id="rId9" Type="http://schemas.openxmlformats.org/officeDocument/2006/relationships/font" Target="fonts/font6.fntdata"/></Relationships>
</file>

<file path=ppt/comments/modernComment_100_0.xml><?xml version="1.0" encoding="utf-8"?>
<p188:cmLst xmlns:a="http://schemas.openxmlformats.org/drawingml/2006/main" xmlns:r="http://schemas.openxmlformats.org/officeDocument/2006/relationships" xmlns:p188="http://schemas.microsoft.com/office/powerpoint/2018/8/main">
  <p188:cm id="{51DDA281-ABD9-0943-A845-AFC65247DF6D}" authorId="{00381DA6-9065-D171-5CA0-FB9CF094C2E7}" created="2025-12-03T12:27:16.163">
    <ac:txMkLst xmlns:ac="http://schemas.microsoft.com/office/drawing/2013/main/command">
      <pc:docMk xmlns:pc="http://schemas.microsoft.com/office/powerpoint/2013/main/command"/>
      <pc:sldMk xmlns:pc="http://schemas.microsoft.com/office/powerpoint/2013/main/command" cId="0" sldId="256"/>
      <ac:spMk id="73" creationId="{00000000-0000-0000-0000-000000000000}"/>
      <ac:txMk cp="374">
        <ac:context len="376" hash="1093703633"/>
      </ac:txMk>
    </ac:txMkLst>
    <p188:pos x="4291245" y="0"/>
    <p188:txBody>
      <a:bodyPr/>
      <a:lstStyle/>
      <a:p>
        <a:r>
          <a:rPr lang="en-US"/>
          <a:t>the use of the word "study" is a bit strange here, since the goal is not to extract material for a coursework. I renamed.</a:t>
        </a:r>
      </a:p>
    </p188:txBody>
    <p188:extLst>
      <p:ext xmlns:p="http://schemas.openxmlformats.org/presentationml/2006/main" uri="{57CB4572-C831-44C2-8A1C-0ADB6CCDFE69}">
        <p223:reactions xmlns:p223="http://schemas.microsoft.com/office/powerpoint/2022/03/main">
          <p223:rxn type="👍">
            <p223:instance time="2025-12-11T05:33:15.996" authorId="{37094C8E-B306-26B5-D1E4-CF2543C612A4}"/>
          </p223:rxn>
        </p223:reactions>
      </p:ext>
    </p188:extLst>
  </p188:cm>
  <p188:cm id="{3E5A697C-FFF0-2544-AEB3-7CDCE7D74AEF}" authorId="{00381DA6-9065-D171-5CA0-FB9CF094C2E7}" created="2025-12-03T12:28:44.861">
    <ac:deMkLst xmlns:ac="http://schemas.microsoft.com/office/drawing/2013/main/command">
      <pc:docMk xmlns:pc="http://schemas.microsoft.com/office/powerpoint/2013/main/command"/>
      <pc:sldMk xmlns:pc="http://schemas.microsoft.com/office/powerpoint/2013/main/command" cId="0" sldId="256"/>
      <ac:spMk id="73" creationId="{00000000-0000-0000-0000-000000000000}"/>
    </ac:deMkLst>
    <p188:txBody>
      <a:bodyPr/>
      <a:lstStyle/>
      <a:p>
        <a:r>
          <a:rPr lang="en-US"/>
          <a:t>Removed the:
"Kaiāulu is developed and maintained by the Software Analytics Insight Lab at the University of Hawaii at Mānoa."
Seems tangential to the purpose of the cheatsheet.</a:t>
        </a:r>
      </a:p>
    </p188:txBody>
    <p188:extLst>
      <p:ext xmlns:p="http://schemas.openxmlformats.org/presentationml/2006/main" uri="{57CB4572-C831-44C2-8A1C-0ADB6CCDFE69}">
        <p223:reactions xmlns:p223="http://schemas.microsoft.com/office/powerpoint/2022/03/main">
          <p223:rxn type="👍">
            <p223:instance time="2025-12-11T05:33:17.366" authorId="{37094C8E-B306-26B5-D1E4-CF2543C612A4}"/>
          </p223:rxn>
        </p223:reactions>
      </p:ext>
    </p188:extLst>
  </p188:cm>
  <p188:cm id="{FF408229-5AC8-7A44-B0E9-A10D2FBCAC66}" authorId="{00381DA6-9065-D171-5CA0-FB9CF094C2E7}" created="2025-12-03T12:33:23.953">
    <ac:deMkLst xmlns:ac="http://schemas.microsoft.com/office/drawing/2013/main/command">
      <pc:docMk xmlns:pc="http://schemas.microsoft.com/office/powerpoint/2013/main/command"/>
      <pc:sldMk xmlns:pc="http://schemas.microsoft.com/office/powerpoint/2013/main/command" cId="0" sldId="256"/>
      <ac:spMk id="73" creationId="{00000000-0000-0000-0000-000000000000}"/>
    </ac:deMkLst>
    <p188:txBody>
      <a:bodyPr/>
      <a:lstStyle/>
      <a:p>
        <a:r>
          <a:rPr lang="en-US"/>
          <a:t>After giving the value proposition, we need to say where the data of anything you show will come from. Let's use this space to do that instead of reference Sailuh. Better use of the space and reader time!</a:t>
        </a:r>
      </a:p>
    </p188:txBody>
    <p188:extLst>
      <p:ext xmlns:p="http://schemas.openxmlformats.org/presentationml/2006/main" uri="{57CB4572-C831-44C2-8A1C-0ADB6CCDFE69}">
        <p223:reactions xmlns:p223="http://schemas.microsoft.com/office/powerpoint/2022/03/main">
          <p223:rxn type="👍">
            <p223:instance time="2025-12-11T05:33:43.210" authorId="{37094C8E-B306-26B5-D1E4-CF2543C612A4}"/>
          </p223:rxn>
        </p223:reactions>
      </p:ext>
    </p188:extLst>
  </p188:cm>
  <p188:cm id="{BCDAD543-953B-BA42-8BC1-13F018EB2B6D}" authorId="{00381DA6-9065-D171-5CA0-FB9CF094C2E7}" created="2025-12-03T12:33:47.519">
    <ac:deMkLst xmlns:ac="http://schemas.microsoft.com/office/drawing/2013/main/command">
      <pc:docMk xmlns:pc="http://schemas.microsoft.com/office/powerpoint/2013/main/command"/>
      <pc:sldMk xmlns:pc="http://schemas.microsoft.com/office/powerpoint/2013/main/command" cId="0" sldId="256"/>
      <ac:spMk id="74" creationId="{00000000-0000-0000-0000-000000000000}"/>
    </ac:deMkLst>
    <p188:txBody>
      <a:bodyPr/>
      <a:lstStyle/>
      <a:p>
        <a:r>
          <a:rPr lang="en-US"/>
          <a:t>Renamed to landing page </a:t>
        </a:r>
      </a:p>
    </p188:txBody>
    <p188:extLst>
      <p:ext xmlns:p="http://schemas.openxmlformats.org/presentationml/2006/main" uri="{57CB4572-C831-44C2-8A1C-0ADB6CCDFE69}">
        <p223:reactions xmlns:p223="http://schemas.microsoft.com/office/powerpoint/2022/03/main">
          <p223:rxn type="👍">
            <p223:instance time="2025-12-11T05:33:44.148" authorId="{37094C8E-B306-26B5-D1E4-CF2543C612A4}"/>
          </p223:rxn>
        </p223:reactions>
      </p:ext>
    </p188:extLst>
  </p188:cm>
  <p188:cm id="{CA3F8A9D-91F7-6F40-B94A-1F75A15A59E7}" authorId="{00381DA6-9065-D171-5CA0-FB9CF094C2E7}" created="2025-12-03T12:35:07.336">
    <ac:txMkLst xmlns:ac="http://schemas.microsoft.com/office/drawing/2013/main/command">
      <pc:docMk xmlns:pc="http://schemas.microsoft.com/office/powerpoint/2013/main/command"/>
      <pc:sldMk xmlns:pc="http://schemas.microsoft.com/office/powerpoint/2013/main/command" cId="0" sldId="256"/>
      <ac:spMk id="80" creationId="{00000000-0000-0000-0000-000000000000}"/>
      <ac:txMk cp="70" len="64">
        <ac:context len="136" hash="297912784"/>
      </ac:txMk>
    </ac:txMkLst>
    <p188:pos x="4389658" y="867924"/>
    <p188:txBody>
      <a:bodyPr/>
      <a:lstStyle/>
      <a:p>
        <a:r>
          <a:rPr lang="en-US"/>
          <a:t>Refocused the wording on what the data the user is seeing briefly so it can be then expanded on the next paragraph.</a:t>
        </a:r>
      </a:p>
    </p188:txBody>
    <p188:extLst>
      <p:ext xmlns:p="http://schemas.openxmlformats.org/presentationml/2006/main" uri="{57CB4572-C831-44C2-8A1C-0ADB6CCDFE69}">
        <p223:reactions xmlns:p223="http://schemas.microsoft.com/office/powerpoint/2022/03/main">
          <p223:rxn type="👍">
            <p223:instance time="2025-12-11T05:33:46.283" authorId="{37094C8E-B306-26B5-D1E4-CF2543C612A4}"/>
          </p223:rxn>
        </p223:reactions>
      </p:ext>
    </p188:extLst>
  </p188:cm>
  <p188:cm id="{CEB2CD53-556A-CB46-9613-467EC40F7DAE}" authorId="{00381DA6-9065-D171-5CA0-FB9CF094C2E7}" created="2025-12-03T12:35:42.886">
    <ac:txMkLst xmlns:ac="http://schemas.microsoft.com/office/drawing/2013/main/command">
      <pc:docMk xmlns:pc="http://schemas.microsoft.com/office/powerpoint/2013/main/command"/>
      <pc:sldMk xmlns:pc="http://schemas.microsoft.com/office/powerpoint/2013/main/command" cId="0" sldId="256"/>
      <ac:spMk id="76" creationId="{00000000-0000-0000-0000-000000000000}"/>
      <ac:txMk cp="0" len="23">
        <ac:context len="316" hash="3380148886"/>
      </ac:txMk>
    </ac:txMkLst>
    <p188:pos x="1951283" y="680909"/>
    <p188:txBody>
      <a:bodyPr/>
      <a:lstStyle/>
      <a:p>
        <a:r>
          <a:rPr lang="en-US"/>
          <a:t>Refocused from "data" to what the data actually is.</a:t>
        </a:r>
      </a:p>
    </p188:txBody>
    <p188:extLst>
      <p:ext xmlns:p="http://schemas.openxmlformats.org/presentationml/2006/main" uri="{57CB4572-C831-44C2-8A1C-0ADB6CCDFE69}">
        <p223:reactions xmlns:p223="http://schemas.microsoft.com/office/powerpoint/2022/03/main">
          <p223:rxn type="👍">
            <p223:instance time="2025-12-11T05:33:47.334" authorId="{37094C8E-B306-26B5-D1E4-CF2543C612A4}"/>
          </p223:rxn>
        </p223:reactions>
      </p:ext>
    </p188:extLst>
  </p188:cm>
  <p188:cm id="{3FDD1B45-92E1-6D4E-95E9-65DE6FF1D5A4}" authorId="{00381DA6-9065-D171-5CA0-FB9CF094C2E7}" created="2025-12-03T12:38:20.169">
    <pc:sldMkLst xmlns:pc="http://schemas.microsoft.com/office/powerpoint/2013/main/command">
      <pc:docMk/>
      <pc:sldMk cId="0" sldId="256"/>
    </pc:sldMkLst>
    <p188:txBody>
      <a:bodyPr/>
      <a:lstStyle/>
      <a:p>
        <a:r>
          <a:rPr lang="en-US"/>
          <a:t>Fantastic, I could have not worded any better :) </a:t>
        </a:r>
      </a:p>
    </p188:txBody>
    <p188:extLst>
      <p:ext xmlns:p="http://schemas.openxmlformats.org/presentationml/2006/main" uri="{57CB4572-C831-44C2-8A1C-0ADB6CCDFE69}">
        <p223:reactions xmlns:p223="http://schemas.microsoft.com/office/powerpoint/2022/03/main">
          <p223:rxn type="👍">
            <p223:instance time="2025-12-11T05:33:58.248" authorId="{37094C8E-B306-26B5-D1E4-CF2543C612A4}"/>
          </p223:rxn>
        </p223:reactions>
      </p:ext>
    </p188:extLst>
  </p188:cm>
  <p188:cm id="{DE424155-8F50-A842-BF38-F7E590777679}" authorId="{00381DA6-9065-D171-5CA0-FB9CF094C2E7}" created="2025-12-03T12:40:55.570">
    <ac:txMkLst xmlns:ac="http://schemas.microsoft.com/office/drawing/2013/main/command">
      <pc:docMk xmlns:pc="http://schemas.microsoft.com/office/powerpoint/2013/main/command"/>
      <pc:sldMk xmlns:pc="http://schemas.microsoft.com/office/powerpoint/2013/main/command" cId="0" sldId="256"/>
      <ac:spMk id="71" creationId="{00000000-0000-0000-0000-000000000000}"/>
      <ac:txMk cp="138" len="1">
        <ac:context len="295" hash="236053178"/>
      </ac:txMk>
    </ac:txMkLst>
    <p188:pos x="4292915" y="2147209"/>
    <p188:txBody>
      <a:bodyPr/>
      <a:lstStyle/>
      <a:p>
        <a:r>
          <a:rPr lang="en-US"/>
          <a:t>Generally avoid "grant insight":
All of which may influence one another and grant insight to developers about their project.
Be specific on the value proposition. Here, I think we can emphasize something entirely different which is the flexibility of the tool.</a:t>
        </a:r>
      </a:p>
    </p188:txBody>
    <p188:extLst>
      <p:ext xmlns:p="http://schemas.openxmlformats.org/presentationml/2006/main" uri="{57CB4572-C831-44C2-8A1C-0ADB6CCDFE69}">
        <p223:reactions xmlns:p223="http://schemas.microsoft.com/office/powerpoint/2022/03/main">
          <p223:rxn type="👍">
            <p223:instance time="2025-12-11T05:34:04.868" authorId="{37094C8E-B306-26B5-D1E4-CF2543C612A4}"/>
          </p223:rxn>
        </p223:reactions>
      </p:ext>
    </p188:extLst>
  </p188:cm>
  <p188:cm id="{435A703A-959D-504B-B426-624C7B99B270}" authorId="{00381DA6-9065-D171-5CA0-FB9CF094C2E7}" created="2025-12-03T12:43:30.031">
    <ac:txMkLst xmlns:ac="http://schemas.microsoft.com/office/drawing/2013/main/command">
      <pc:docMk xmlns:pc="http://schemas.microsoft.com/office/powerpoint/2013/main/command"/>
      <pc:sldMk xmlns:pc="http://schemas.microsoft.com/office/powerpoint/2013/main/command" cId="0" sldId="256"/>
      <ac:spMk id="71" creationId="{00000000-0000-0000-0000-000000000000}"/>
      <ac:txMk cp="188" len="106">
        <ac:context len="295" hash="236053178"/>
      </ac:txMk>
    </ac:txMkLst>
    <p188:pos x="4007165" y="2566309"/>
    <p188:txBody>
      <a:bodyPr/>
      <a:lstStyle/>
      <a:p>
        <a:r>
          <a:rPr lang="en-US"/>
          <a:t>Remember this. In religiously following the separation of concern, and deferring weight and weight labels to the data, you have effectively turned Kaiaulu React into a visualization of any data that contain similar structure! We can use the tool in the future for other data types by just massaging it, or any other metrics that we didn't even account for now. This is very useful!</a:t>
        </a:r>
      </a:p>
    </p188:txBody>
    <p188:extLst>
      <p:ext xmlns:p="http://schemas.openxmlformats.org/presentationml/2006/main" uri="{57CB4572-C831-44C2-8A1C-0ADB6CCDFE69}">
        <p223:reactions xmlns:p223="http://schemas.microsoft.com/office/powerpoint/2022/03/main">
          <p223:rxn type="👍">
            <p223:instance time="2025-12-11T05:41:41.614" authorId="{37094C8E-B306-26B5-D1E4-CF2543C612A4}"/>
          </p223:rxn>
        </p223:reactions>
      </p:ext>
    </p188:extLst>
  </p188:cm>
  <p188:cm id="{9BE717D7-2EBF-3F46-A329-96DF252C17DB}" authorId="{00381DA6-9065-D171-5CA0-FB9CF094C2E7}" created="2025-12-03T12:50:49.671">
    <ac:txMkLst xmlns:ac="http://schemas.microsoft.com/office/drawing/2013/main/command">
      <pc:docMk xmlns:pc="http://schemas.microsoft.com/office/powerpoint/2013/main/command"/>
      <pc:sldMk xmlns:pc="http://schemas.microsoft.com/office/powerpoint/2013/main/command" cId="0" sldId="256"/>
      <ac:spMk id="217" creationId="{00000000-0000-0000-0000-000000000000}"/>
      <ac:txMk cp="0" len="11">
        <ac:context len="12" hash="1366108569"/>
      </ac:txMk>
    </ac:txMkLst>
    <p188:txBody>
      <a:bodyPr/>
      <a:lstStyle/>
      <a:p>
        <a:r>
          <a:rPr lang="en-US"/>
          <a:t>please make sure kaiaulu react always expect a file named kaiaulu.yml (not YAML) on the home folder. This was user.config.yaml. </a:t>
        </a:r>
      </a:p>
    </p188:txBody>
    <p188:extLst>
      <p:ext xmlns:p="http://schemas.openxmlformats.org/presentationml/2006/main" uri="{57CB4572-C831-44C2-8A1C-0ADB6CCDFE69}">
        <p223:reactions xmlns:p223="http://schemas.microsoft.com/office/powerpoint/2022/03/main">
          <p223:rxn type="👍">
            <p223:instance time="2025-12-11T05:41:39.207" authorId="{37094C8E-B306-26B5-D1E4-CF2543C612A4}"/>
          </p223:rxn>
        </p223:reactions>
      </p:ext>
    </p188:extLst>
  </p188:cm>
  <p188:cm id="{6484CF74-C4D7-3342-870E-562B3E7C70CE}" authorId="{00381DA6-9065-D171-5CA0-FB9CF094C2E7}" created="2025-12-03T12:53:40.223">
    <ac:deMkLst xmlns:ac="http://schemas.microsoft.com/office/drawing/2013/main/command">
      <pc:docMk xmlns:pc="http://schemas.microsoft.com/office/powerpoint/2013/main/command"/>
      <pc:sldMk xmlns:pc="http://schemas.microsoft.com/office/powerpoint/2013/main/command" cId="0" sldId="256"/>
      <ac:spMk id="142" creationId="{00000000-0000-0000-0000-000000000000}"/>
    </ac:deMkLst>
    <p188:txBody>
      <a:bodyPr/>
      <a:lstStyle/>
      <a:p>
        <a:r>
          <a:rPr lang="en-US"/>
          <a:t>Removed the word "important" as people may otherwise think they must already determine a file to be important to look at them, when the point is that the tool you wrote points which need attention instead</a:t>
        </a:r>
      </a:p>
    </p188:txBody>
    <p188:extLst>
      <p:ext xmlns:p="http://schemas.openxmlformats.org/presentationml/2006/main" uri="{57CB4572-C831-44C2-8A1C-0ADB6CCDFE69}">
        <p223:reactions xmlns:p223="http://schemas.microsoft.com/office/powerpoint/2022/03/main">
          <p223:rxn type="👍">
            <p223:instance time="2025-12-11T05:41:50.260" authorId="{37094C8E-B306-26B5-D1E4-CF2543C612A4}"/>
          </p223:rxn>
        </p223:reactions>
      </p:ext>
    </p188:extLst>
  </p188:cm>
  <p188:cm id="{7C07C68C-B215-7147-89D3-E5DD5957538C}" authorId="{00381DA6-9065-D171-5CA0-FB9CF094C2E7}" created="2025-12-03T13:06:24.707">
    <ac:deMkLst xmlns:ac="http://schemas.microsoft.com/office/drawing/2013/main/command">
      <pc:docMk xmlns:pc="http://schemas.microsoft.com/office/powerpoint/2013/main/command"/>
      <pc:sldMk xmlns:pc="http://schemas.microsoft.com/office/powerpoint/2013/main/command" cId="0" sldId="256"/>
      <ac:grpSpMk id="208" creationId="{00000000-0000-0000-0000-000000000000}"/>
    </ac:deMkLst>
    <p188:txBody>
      <a:bodyPr/>
      <a:lstStyle/>
      <a:p>
        <a:r>
          <a:rPr lang="en-US"/>
          <a:t>This is not quite there yet (I also recommend you name the files black rather than green. Use color only to emphasize something or make a point. Green serves no purpose here, so it distracts rather than help!
In regards to what needs work: I don't think the idea of the cron job is portraited visually here. 
To do so you need to represent a server as a icon. Go back to the cheatsheet I told you already does this and that bring that here. 
If you say that in text, it is now up to the reader to come up with a visualization in their head from your text. This introduces risk of ambiguity. You want to give them the visualization instead.
So it should look something like this:
- Server is represented as an icon. 
- sailuh/kaiaulu is also represented as an icon with this label and placed within the server icon (to suggest the code is deployed there). 
- Some arrow leaves the server and enters kaiaulu. This needs some sort of loop to suggest it keeps happening. Generally a rotating arrow (as to represent clockwise rotation) is a good visual for that. Again see the old cheatsheet they may have that already. 
- From sailuh/kaiaulu icon you have the json icon you have. You need some label to indicate that is "refreshing" the data on an ongoing basis. Maybe put the clockwise arrow on top of your arrow to indicate it is recurrent. 
The kaiaulu.yml may need to be expanded a bit to have at its overall structure of filepaths. You can then use color to indicate a colored rectangle of the path within kaiaulu.yml and on the .json (I don't think the current arrow layout now is very clear you are specifying the path within the .yml, and that path is the same for the data being refreshed). 
- You are also missing the visualization network Kaiaulu react has here. It has to appear in miniature where repository data currently is: Remember, after all this is said and done, the whole point is to say Kaiaulu React will always display the more current data in this cron job architecture.
</a:t>
        </a:r>
      </a:p>
    </p188:txBody>
    <p188:extLst>
      <p:ext xmlns:p="http://schemas.openxmlformats.org/presentationml/2006/main" uri="{57CB4572-C831-44C2-8A1C-0ADB6CCDFE69}">
        <p223:reactions xmlns:p223="http://schemas.microsoft.com/office/powerpoint/2022/03/main">
          <p223:rxn type="👍">
            <p223:instance time="2025-12-11T05:41:51.356" authorId="{37094C8E-B306-26B5-D1E4-CF2543C612A4}"/>
          </p223:rxn>
        </p223:reactions>
      </p:ext>
    </p188:extLst>
  </p188:cm>
  <p188:cm id="{64C412F3-36FA-D043-B989-4871CA28E66F}" authorId="{00381DA6-9065-D171-5CA0-FB9CF094C2E7}" created="2025-12-03T13:07:21.308">
    <ac:txMkLst xmlns:ac="http://schemas.microsoft.com/office/drawing/2013/main/command">
      <pc:docMk xmlns:pc="http://schemas.microsoft.com/office/powerpoint/2013/main/command"/>
      <pc:sldMk xmlns:pc="http://schemas.microsoft.com/office/powerpoint/2013/main/command" cId="0" sldId="256"/>
      <ac:spMk id="209" creationId="{00000000-0000-0000-0000-000000000000}"/>
      <ac:txMk cp="0" len="23">
        <ac:context len="24" hash="2668240603"/>
      </ac:txMk>
    </ac:txMkLst>
    <p188:pos x="3342419" y="766971"/>
    <p188:txBody>
      <a:bodyPr/>
      <a:lstStyle/>
      <a:p>
        <a:r>
          <a:rPr lang="en-US"/>
          <a:t>This is not a future backend. What you have already can execute this architecture. I just need to place your code on the server with a cron job and ssh to see it. </a:t>
        </a:r>
      </a:p>
    </p188:txBody>
    <p188:extLst>
      <p:ext xmlns:p="http://schemas.openxmlformats.org/presentationml/2006/main" uri="{57CB4572-C831-44C2-8A1C-0ADB6CCDFE69}">
        <p223:reactions xmlns:p223="http://schemas.microsoft.com/office/powerpoint/2022/03/main">
          <p223:rxn type="👍">
            <p223:instance time="2025-12-11T05:41:55.114" authorId="{37094C8E-B306-26B5-D1E4-CF2543C612A4}"/>
          </p223:rxn>
        </p223:reactions>
      </p:ext>
    </p188:extLst>
  </p188:cm>
  <p188:cm id="{21C5385F-6B73-B942-9E93-93084314E5D9}" authorId="{00381DA6-9065-D171-5CA0-FB9CF094C2E7}" created="2025-12-03T13:11:10.588">
    <ac:deMkLst xmlns:ac="http://schemas.microsoft.com/office/drawing/2013/main/command">
      <pc:docMk xmlns:pc="http://schemas.microsoft.com/office/powerpoint/2013/main/command"/>
      <pc:sldMk xmlns:pc="http://schemas.microsoft.com/office/powerpoint/2013/main/command" cId="0" sldId="256"/>
      <ac:cxnSpMk id="137" creationId="{00000000-0000-0000-0000-000000000000}"/>
    </ac:deMkLst>
    <p188:txBody>
      <a:bodyPr/>
      <a:lstStyle/>
      <a:p>
        <a:r>
          <a:rPr lang="en-US"/>
          <a:t>this edge is unidrectional. Remove the arrow head.</a:t>
        </a:r>
      </a:p>
    </p188:txBody>
    <p188:extLst>
      <p:ext xmlns:p="http://schemas.openxmlformats.org/presentationml/2006/main" uri="{57CB4572-C831-44C2-8A1C-0ADB6CCDFE69}">
        <p223:reactions xmlns:p223="http://schemas.microsoft.com/office/powerpoint/2022/03/main">
          <p223:rxn type="👍">
            <p223:instance time="2025-12-11T05:42:47.114" authorId="{37094C8E-B306-26B5-D1E4-CF2543C612A4}"/>
          </p223:rxn>
        </p223:reactions>
      </p:ext>
    </p188:extLst>
  </p188:cm>
  <p188:cm id="{D03C411A-A2F3-9844-B33A-2FF19134FB31}" authorId="{00381DA6-9065-D171-5CA0-FB9CF094C2E7}" created="2025-12-03T13:14:29.413">
    <ac:deMkLst xmlns:ac="http://schemas.microsoft.com/office/drawing/2013/main/command">
      <pc:docMk xmlns:pc="http://schemas.microsoft.com/office/powerpoint/2013/main/command"/>
      <pc:sldMk xmlns:pc="http://schemas.microsoft.com/office/powerpoint/2013/main/command" cId="0" sldId="256"/>
      <ac:spMk id="153" creationId="{00000000-0000-0000-0000-000000000000}"/>
    </ac:deMkLst>
    <p188:txBody>
      <a:bodyPr/>
      <a:lstStyle/>
      <a:p>
        <a:r>
          <a:rPr lang="en-US"/>
          <a:t>Observe how I used color here to implicitly guide the user and trim the needed wording of ("look at the edge size). 
I also exagerated the edge size and gave color so it pops out.
I did remove the statement of "a lot of discussion" since "a lot" was associated just before with a large node, and the issue looks relatively small compared to the file, so to not avoid confusion. </a:t>
        </a:r>
      </a:p>
    </p188:txBody>
    <p188:extLst>
      <p:ext xmlns:p="http://schemas.openxmlformats.org/presentationml/2006/main" uri="{57CB4572-C831-44C2-8A1C-0ADB6CCDFE69}">
        <p223:reactions xmlns:p223="http://schemas.microsoft.com/office/powerpoint/2022/03/main">
          <p223:rxn type="👍">
            <p223:instance time="2025-12-11T05:42:46.500" authorId="{37094C8E-B306-26B5-D1E4-CF2543C612A4}"/>
          </p223:rxn>
        </p223:reactions>
      </p:ext>
    </p188:extLst>
  </p188:cm>
  <p188:cm id="{4983DCE8-0593-7543-9B5D-0B8E57C06E3E}" authorId="{00381DA6-9065-D171-5CA0-FB9CF094C2E7}" created="2025-12-03T13:17:32.859">
    <ac:txMkLst xmlns:ac="http://schemas.microsoft.com/office/drawing/2013/main/command">
      <pc:docMk xmlns:pc="http://schemas.microsoft.com/office/powerpoint/2013/main/command"/>
      <pc:sldMk xmlns:pc="http://schemas.microsoft.com/office/powerpoint/2013/main/command" cId="0" sldId="256"/>
      <ac:spMk id="153" creationId="{00000000-0000-0000-0000-000000000000}"/>
      <ac:txMk cp="332" len="102">
        <ac:context len="437" hash="4152350890"/>
      </ac:txMk>
    </ac:txMkLst>
    <p188:pos x="3888602" y="2468038"/>
    <p188:txBody>
      <a:bodyPr/>
      <a:lstStyle/>
      <a:p>
        <a:r>
          <a:rPr lang="en-US"/>
          <a:t>I focused on just dependencies. Note I added various small arrows around the file and used color again to emphasize the point without going too verbose. This is about the limit this diagram can be used since it is already very colorful. If we had more space I would probably repaste the diagram. </a:t>
        </a:r>
      </a:p>
    </p188:txBody>
    <p188:extLst>
      <p:ext xmlns:p="http://schemas.openxmlformats.org/presentationml/2006/main" uri="{57CB4572-C831-44C2-8A1C-0ADB6CCDFE69}">
        <p223:reactions xmlns:p223="http://schemas.microsoft.com/office/powerpoint/2022/03/main">
          <p223:rxn type="👍">
            <p223:instance time="2025-12-11T05:42:44.392" authorId="{37094C8E-B306-26B5-D1E4-CF2543C612A4}"/>
          </p223:rxn>
        </p223:reactions>
      </p:ext>
    </p188:extLst>
  </p188:cm>
  <p188:cm id="{6A1749D4-8AB2-B14A-B7EE-F5002533152D}" authorId="{00381DA6-9065-D171-5CA0-FB9CF094C2E7}" created="2025-12-03T13:18:54.242">
    <ac:deMkLst xmlns:ac="http://schemas.microsoft.com/office/drawing/2013/main/command">
      <pc:docMk xmlns:pc="http://schemas.microsoft.com/office/powerpoint/2013/main/command"/>
      <pc:sldMk xmlns:pc="http://schemas.microsoft.com/office/powerpoint/2013/main/command" cId="0" sldId="256"/>
      <ac:grpSpMk id="208" creationId="{00000000-0000-0000-0000-000000000000}"/>
    </ac:deMkLst>
    <p188:txBody>
      <a:bodyPr/>
      <a:lstStyle/>
      <a:p>
        <a:r>
          <a:rPr lang="en-US"/>
          <a:t>Notice I gave some extra space here by trimming the example above. I ended up streteching it but please resize. Just wanted to point you should make more use of the space here.
</a:t>
        </a:r>
      </a:p>
    </p188:txBody>
    <p188:extLst>
      <p:ext xmlns:p="http://schemas.openxmlformats.org/presentationml/2006/main" uri="{57CB4572-C831-44C2-8A1C-0ADB6CCDFE69}">
        <p223:reactions xmlns:p223="http://schemas.microsoft.com/office/powerpoint/2022/03/main">
          <p223:rxn type="👍">
            <p223:instance time="2025-12-11T05:42:42.677" authorId="{37094C8E-B306-26B5-D1E4-CF2543C612A4}"/>
          </p223:rxn>
        </p223:reactions>
      </p:ext>
    </p188:extLst>
  </p188:cm>
  <p188:cm id="{FF505CF5-41D8-3048-A08F-55E01893D307}" authorId="{00381DA6-9065-D171-5CA0-FB9CF094C2E7}" created="2025-12-03T13:19:36.265">
    <ac:txMkLst xmlns:ac="http://schemas.microsoft.com/office/drawing/2013/main/command">
      <pc:docMk xmlns:pc="http://schemas.microsoft.com/office/powerpoint/2013/main/command"/>
      <pc:sldMk xmlns:pc="http://schemas.microsoft.com/office/powerpoint/2013/main/command" cId="0" sldId="256"/>
      <ac:spMk id="154" creationId="{00000000-0000-0000-0000-000000000000}"/>
      <ac:txMk cp="0" len="18">
        <ac:context len="19" hash="4204850401"/>
      </ac:txMk>
    </ac:txMkLst>
    <p188:pos x="2972307" y="385200"/>
    <p188:txBody>
      <a:bodyPr/>
      <a:lstStyle/>
      <a:p>
        <a:r>
          <a:rPr lang="en-US"/>
          <a:t>Note I moved this here before the example: This demonstrates a capability, much like the sections that come before. 
Meanwhile what now comes after and the end is the example that "puts it all together" if you will. </a:t>
        </a:r>
      </a:p>
    </p188:txBody>
    <p188:extLst>
      <p:ext xmlns:p="http://schemas.openxmlformats.org/presentationml/2006/main" uri="{57CB4572-C831-44C2-8A1C-0ADB6CCDFE69}">
        <p223:reactions xmlns:p223="http://schemas.microsoft.com/office/powerpoint/2022/03/main">
          <p223:rxn type="👍">
            <p223:instance time="2025-12-11T05:42:42.179" authorId="{37094C8E-B306-26B5-D1E4-CF2543C612A4}"/>
          </p223:rxn>
        </p223:reactions>
      </p:ext>
    </p188:extLst>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 name="Google Shape;4;n"/>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25000"/>
              </a:lnSpc>
              <a:spcBef>
                <a:spcPts val="0"/>
              </a:spcBef>
              <a:spcAft>
                <a:spcPts val="0"/>
              </a:spcAft>
              <a:buClr>
                <a:srgbClr val="000000"/>
              </a:buClr>
              <a:buSzPts val="1400"/>
              <a:buFont typeface="Arial"/>
              <a:buNone/>
              <a:defRPr sz="2600" b="0" i="0" u="none" strike="noStrike" cap="none">
                <a:solidFill>
                  <a:srgbClr val="000000"/>
                </a:solidFill>
                <a:latin typeface="Avenir"/>
                <a:ea typeface="Avenir"/>
                <a:cs typeface="Avenir"/>
                <a:sym typeface="Avenir"/>
              </a:defRPr>
            </a:lvl1pPr>
            <a:lvl2pPr marL="914400" marR="0" lvl="1" indent="-228600" algn="l" rtl="0">
              <a:lnSpc>
                <a:spcPct val="125000"/>
              </a:lnSpc>
              <a:spcBef>
                <a:spcPts val="0"/>
              </a:spcBef>
              <a:spcAft>
                <a:spcPts val="0"/>
              </a:spcAft>
              <a:buClr>
                <a:srgbClr val="000000"/>
              </a:buClr>
              <a:buSzPts val="1400"/>
              <a:buFont typeface="Arial"/>
              <a:buNone/>
              <a:defRPr sz="2600" b="0" i="0" u="none" strike="noStrike" cap="none">
                <a:solidFill>
                  <a:srgbClr val="000000"/>
                </a:solidFill>
                <a:latin typeface="Avenir"/>
                <a:ea typeface="Avenir"/>
                <a:cs typeface="Avenir"/>
                <a:sym typeface="Avenir"/>
              </a:defRPr>
            </a:lvl2pPr>
            <a:lvl3pPr marL="1371600" marR="0" lvl="2" indent="-228600" algn="l" rtl="0">
              <a:lnSpc>
                <a:spcPct val="125000"/>
              </a:lnSpc>
              <a:spcBef>
                <a:spcPts val="0"/>
              </a:spcBef>
              <a:spcAft>
                <a:spcPts val="0"/>
              </a:spcAft>
              <a:buClr>
                <a:srgbClr val="000000"/>
              </a:buClr>
              <a:buSzPts val="1400"/>
              <a:buFont typeface="Arial"/>
              <a:buNone/>
              <a:defRPr sz="2600" b="0" i="0" u="none" strike="noStrike" cap="none">
                <a:solidFill>
                  <a:srgbClr val="000000"/>
                </a:solidFill>
                <a:latin typeface="Avenir"/>
                <a:ea typeface="Avenir"/>
                <a:cs typeface="Avenir"/>
                <a:sym typeface="Avenir"/>
              </a:defRPr>
            </a:lvl3pPr>
            <a:lvl4pPr marL="1828800" marR="0" lvl="3" indent="-228600" algn="l" rtl="0">
              <a:lnSpc>
                <a:spcPct val="125000"/>
              </a:lnSpc>
              <a:spcBef>
                <a:spcPts val="0"/>
              </a:spcBef>
              <a:spcAft>
                <a:spcPts val="0"/>
              </a:spcAft>
              <a:buClr>
                <a:srgbClr val="000000"/>
              </a:buClr>
              <a:buSzPts val="1400"/>
              <a:buFont typeface="Arial"/>
              <a:buNone/>
              <a:defRPr sz="2600" b="0" i="0" u="none" strike="noStrike" cap="none">
                <a:solidFill>
                  <a:srgbClr val="000000"/>
                </a:solidFill>
                <a:latin typeface="Avenir"/>
                <a:ea typeface="Avenir"/>
                <a:cs typeface="Avenir"/>
                <a:sym typeface="Avenir"/>
              </a:defRPr>
            </a:lvl4pPr>
            <a:lvl5pPr marL="2286000" marR="0" lvl="4" indent="-228600" algn="l" rtl="0">
              <a:lnSpc>
                <a:spcPct val="125000"/>
              </a:lnSpc>
              <a:spcBef>
                <a:spcPts val="0"/>
              </a:spcBef>
              <a:spcAft>
                <a:spcPts val="0"/>
              </a:spcAft>
              <a:buClr>
                <a:srgbClr val="000000"/>
              </a:buClr>
              <a:buSzPts val="1400"/>
              <a:buFont typeface="Arial"/>
              <a:buNone/>
              <a:defRPr sz="2600" b="0" i="0" u="none" strike="noStrike" cap="none">
                <a:solidFill>
                  <a:srgbClr val="000000"/>
                </a:solidFill>
                <a:latin typeface="Avenir"/>
                <a:ea typeface="Avenir"/>
                <a:cs typeface="Avenir"/>
                <a:sym typeface="Avenir"/>
              </a:defRPr>
            </a:lvl5pPr>
            <a:lvl6pPr marL="2743200" marR="0" lvl="5" indent="-228600" algn="l" rtl="0">
              <a:lnSpc>
                <a:spcPct val="125000"/>
              </a:lnSpc>
              <a:spcBef>
                <a:spcPts val="0"/>
              </a:spcBef>
              <a:spcAft>
                <a:spcPts val="0"/>
              </a:spcAft>
              <a:buClr>
                <a:srgbClr val="000000"/>
              </a:buClr>
              <a:buSzPts val="1400"/>
              <a:buFont typeface="Arial"/>
              <a:buNone/>
              <a:defRPr sz="2600" b="0" i="0" u="none" strike="noStrike" cap="none">
                <a:solidFill>
                  <a:srgbClr val="000000"/>
                </a:solidFill>
                <a:latin typeface="Avenir"/>
                <a:ea typeface="Avenir"/>
                <a:cs typeface="Avenir"/>
                <a:sym typeface="Avenir"/>
              </a:defRPr>
            </a:lvl6pPr>
            <a:lvl7pPr marL="3200400" marR="0" lvl="6" indent="-228600" algn="l" rtl="0">
              <a:lnSpc>
                <a:spcPct val="125000"/>
              </a:lnSpc>
              <a:spcBef>
                <a:spcPts val="0"/>
              </a:spcBef>
              <a:spcAft>
                <a:spcPts val="0"/>
              </a:spcAft>
              <a:buClr>
                <a:srgbClr val="000000"/>
              </a:buClr>
              <a:buSzPts val="1400"/>
              <a:buFont typeface="Arial"/>
              <a:buNone/>
              <a:defRPr sz="2600" b="0" i="0" u="none" strike="noStrike" cap="none">
                <a:solidFill>
                  <a:srgbClr val="000000"/>
                </a:solidFill>
                <a:latin typeface="Avenir"/>
                <a:ea typeface="Avenir"/>
                <a:cs typeface="Avenir"/>
                <a:sym typeface="Avenir"/>
              </a:defRPr>
            </a:lvl7pPr>
            <a:lvl8pPr marL="3657600" marR="0" lvl="7" indent="-228600" algn="l" rtl="0">
              <a:lnSpc>
                <a:spcPct val="125000"/>
              </a:lnSpc>
              <a:spcBef>
                <a:spcPts val="0"/>
              </a:spcBef>
              <a:spcAft>
                <a:spcPts val="0"/>
              </a:spcAft>
              <a:buClr>
                <a:srgbClr val="000000"/>
              </a:buClr>
              <a:buSzPts val="1400"/>
              <a:buFont typeface="Arial"/>
              <a:buNone/>
              <a:defRPr sz="2600" b="0" i="0" u="none" strike="noStrike" cap="none">
                <a:solidFill>
                  <a:srgbClr val="000000"/>
                </a:solidFill>
                <a:latin typeface="Avenir"/>
                <a:ea typeface="Avenir"/>
                <a:cs typeface="Avenir"/>
                <a:sym typeface="Avenir"/>
              </a:defRPr>
            </a:lvl8pPr>
            <a:lvl9pPr marL="4114800" marR="0" lvl="8" indent="-228600" algn="l" rtl="0">
              <a:lnSpc>
                <a:spcPct val="125000"/>
              </a:lnSpc>
              <a:spcBef>
                <a:spcPts val="0"/>
              </a:spcBef>
              <a:spcAft>
                <a:spcPts val="0"/>
              </a:spcAft>
              <a:buClr>
                <a:srgbClr val="000000"/>
              </a:buClr>
              <a:buSzPts val="1400"/>
              <a:buFont typeface="Arial"/>
              <a:buNone/>
              <a:defRPr sz="2600" b="0" i="0" u="none" strike="noStrike" cap="none">
                <a:solidFill>
                  <a:srgbClr val="000000"/>
                </a:solidFill>
                <a:latin typeface="Avenir"/>
                <a:ea typeface="Avenir"/>
                <a:cs typeface="Avenir"/>
                <a:sym typeface="Avenir"/>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p1:notes"/>
          <p:cNvSpPr>
            <a:spLocks noGrp="1" noRot="1" noChangeAspect="1"/>
          </p:cNvSpPr>
          <p:nvPr>
            <p:ph type="sldImg" idx="2"/>
          </p:nvPr>
        </p:nvSpPr>
        <p:spPr>
          <a:xfrm>
            <a:off x="1209675" y="685800"/>
            <a:ext cx="443865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7" name="Google Shape;57;p1: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457200" lvl="0" indent="-292100" algn="l" rtl="0">
              <a:lnSpc>
                <a:spcPct val="125000"/>
              </a:lnSpc>
              <a:spcBef>
                <a:spcPts val="0"/>
              </a:spcBef>
              <a:spcAft>
                <a:spcPts val="0"/>
              </a:spcAft>
              <a:buSzPts val="2600"/>
              <a:buFont typeface="Avenir"/>
              <a:buNone/>
            </a:pPr>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mp; Bullets" type="tx">
  <p:cSld name="TITLE_AND_BODY">
    <p:spTree>
      <p:nvGrpSpPr>
        <p:cNvPr id="1" name="Shape 9"/>
        <p:cNvGrpSpPr/>
        <p:nvPr/>
      </p:nvGrpSpPr>
      <p:grpSpPr>
        <a:xfrm>
          <a:off x="0" y="0"/>
          <a:ext cx="0" cy="0"/>
          <a:chOff x="0" y="0"/>
          <a:chExt cx="0" cy="0"/>
        </a:xfrm>
      </p:grpSpPr>
      <p:sp>
        <p:nvSpPr>
          <p:cNvPr id="10" name="Google Shape;10;p4"/>
          <p:cNvSpPr txBox="1">
            <a:spLocks noGrp="1"/>
          </p:cNvSpPr>
          <p:nvPr>
            <p:ph type="title"/>
          </p:nvPr>
        </p:nvSpPr>
        <p:spPr>
          <a:xfrm>
            <a:off x="1023193" y="636240"/>
            <a:ext cx="11923614" cy="2319239"/>
          </a:xfrm>
          <a:prstGeom prst="rect">
            <a:avLst/>
          </a:prstGeom>
          <a:noFill/>
          <a:ln>
            <a:noFill/>
          </a:ln>
        </p:spPr>
        <p:txBody>
          <a:bodyPr spcFirstLastPara="1" wrap="square" lIns="54550" tIns="54550" rIns="54550" bIns="54550" anchor="ctr" anchorCtr="0">
            <a:normAutofit/>
          </a:bodyPr>
          <a:lstStyle>
            <a:lvl1pPr lvl="0" algn="l">
              <a:lnSpc>
                <a:spcPct val="80000"/>
              </a:lnSpc>
              <a:spcBef>
                <a:spcPts val="0"/>
              </a:spcBef>
              <a:spcAft>
                <a:spcPts val="0"/>
              </a:spcAft>
              <a:buClr>
                <a:srgbClr val="585858"/>
              </a:buClr>
              <a:buSzPts val="1800"/>
              <a:buNone/>
              <a:defRPr/>
            </a:lvl1pPr>
            <a:lvl2pPr lvl="1" algn="l">
              <a:lnSpc>
                <a:spcPct val="80000"/>
              </a:lnSpc>
              <a:spcBef>
                <a:spcPts val="0"/>
              </a:spcBef>
              <a:spcAft>
                <a:spcPts val="0"/>
              </a:spcAft>
              <a:buClr>
                <a:srgbClr val="585858"/>
              </a:buClr>
              <a:buSzPts val="1800"/>
              <a:buNone/>
              <a:defRPr/>
            </a:lvl2pPr>
            <a:lvl3pPr lvl="2" algn="l">
              <a:lnSpc>
                <a:spcPct val="80000"/>
              </a:lnSpc>
              <a:spcBef>
                <a:spcPts val="0"/>
              </a:spcBef>
              <a:spcAft>
                <a:spcPts val="0"/>
              </a:spcAft>
              <a:buClr>
                <a:srgbClr val="585858"/>
              </a:buClr>
              <a:buSzPts val="1800"/>
              <a:buNone/>
              <a:defRPr/>
            </a:lvl3pPr>
            <a:lvl4pPr lvl="3" algn="l">
              <a:lnSpc>
                <a:spcPct val="80000"/>
              </a:lnSpc>
              <a:spcBef>
                <a:spcPts val="0"/>
              </a:spcBef>
              <a:spcAft>
                <a:spcPts val="0"/>
              </a:spcAft>
              <a:buClr>
                <a:srgbClr val="585858"/>
              </a:buClr>
              <a:buSzPts val="1800"/>
              <a:buNone/>
              <a:defRPr/>
            </a:lvl4pPr>
            <a:lvl5pPr lvl="4" algn="l">
              <a:lnSpc>
                <a:spcPct val="80000"/>
              </a:lnSpc>
              <a:spcBef>
                <a:spcPts val="0"/>
              </a:spcBef>
              <a:spcAft>
                <a:spcPts val="0"/>
              </a:spcAft>
              <a:buClr>
                <a:srgbClr val="585858"/>
              </a:buClr>
              <a:buSzPts val="1800"/>
              <a:buNone/>
              <a:defRPr/>
            </a:lvl5pPr>
            <a:lvl6pPr lvl="5" algn="l">
              <a:lnSpc>
                <a:spcPct val="80000"/>
              </a:lnSpc>
              <a:spcBef>
                <a:spcPts val="0"/>
              </a:spcBef>
              <a:spcAft>
                <a:spcPts val="0"/>
              </a:spcAft>
              <a:buClr>
                <a:srgbClr val="585858"/>
              </a:buClr>
              <a:buSzPts val="1800"/>
              <a:buNone/>
              <a:defRPr/>
            </a:lvl6pPr>
            <a:lvl7pPr lvl="6" algn="l">
              <a:lnSpc>
                <a:spcPct val="80000"/>
              </a:lnSpc>
              <a:spcBef>
                <a:spcPts val="0"/>
              </a:spcBef>
              <a:spcAft>
                <a:spcPts val="0"/>
              </a:spcAft>
              <a:buClr>
                <a:srgbClr val="585858"/>
              </a:buClr>
              <a:buSzPts val="1800"/>
              <a:buNone/>
              <a:defRPr/>
            </a:lvl7pPr>
            <a:lvl8pPr lvl="7" algn="l">
              <a:lnSpc>
                <a:spcPct val="80000"/>
              </a:lnSpc>
              <a:spcBef>
                <a:spcPts val="0"/>
              </a:spcBef>
              <a:spcAft>
                <a:spcPts val="0"/>
              </a:spcAft>
              <a:buClr>
                <a:srgbClr val="585858"/>
              </a:buClr>
              <a:buSzPts val="1800"/>
              <a:buNone/>
              <a:defRPr/>
            </a:lvl8pPr>
            <a:lvl9pPr lvl="8" algn="l">
              <a:lnSpc>
                <a:spcPct val="80000"/>
              </a:lnSpc>
              <a:spcBef>
                <a:spcPts val="0"/>
              </a:spcBef>
              <a:spcAft>
                <a:spcPts val="0"/>
              </a:spcAft>
              <a:buClr>
                <a:srgbClr val="585858"/>
              </a:buClr>
              <a:buSzPts val="1800"/>
              <a:buNone/>
              <a:defRPr/>
            </a:lvl9pPr>
          </a:lstStyle>
          <a:p>
            <a:endParaRPr/>
          </a:p>
        </p:txBody>
      </p:sp>
      <p:sp>
        <p:nvSpPr>
          <p:cNvPr id="11" name="Google Shape;11;p4"/>
          <p:cNvSpPr txBox="1">
            <a:spLocks noGrp="1"/>
          </p:cNvSpPr>
          <p:nvPr>
            <p:ph type="body" idx="1"/>
          </p:nvPr>
        </p:nvSpPr>
        <p:spPr>
          <a:xfrm>
            <a:off x="1023193" y="2955478"/>
            <a:ext cx="11923614" cy="6753077"/>
          </a:xfrm>
          <a:prstGeom prst="rect">
            <a:avLst/>
          </a:prstGeom>
          <a:noFill/>
          <a:ln>
            <a:noFill/>
          </a:ln>
        </p:spPr>
        <p:txBody>
          <a:bodyPr spcFirstLastPara="1" wrap="square" lIns="54550" tIns="54550" rIns="54550" bIns="54550" anchor="ctr" anchorCtr="0">
            <a:normAutofit/>
          </a:bodyPr>
          <a:lstStyle>
            <a:lvl1pPr marL="457200" lvl="0" indent="-314325" algn="l">
              <a:lnSpc>
                <a:spcPct val="80000"/>
              </a:lnSpc>
              <a:spcBef>
                <a:spcPts val="0"/>
              </a:spcBef>
              <a:spcAft>
                <a:spcPts val="0"/>
              </a:spcAft>
              <a:buClr>
                <a:srgbClr val="000000"/>
              </a:buClr>
              <a:buSzPts val="1350"/>
              <a:buChar char="•"/>
              <a:defRPr/>
            </a:lvl1pPr>
            <a:lvl2pPr marL="914400" lvl="1" indent="-314325" algn="l">
              <a:lnSpc>
                <a:spcPct val="80000"/>
              </a:lnSpc>
              <a:spcBef>
                <a:spcPts val="0"/>
              </a:spcBef>
              <a:spcAft>
                <a:spcPts val="0"/>
              </a:spcAft>
              <a:buClr>
                <a:srgbClr val="000000"/>
              </a:buClr>
              <a:buSzPts val="1350"/>
              <a:buChar char="•"/>
              <a:defRPr/>
            </a:lvl2pPr>
            <a:lvl3pPr marL="1371600" lvl="2" indent="-314325" algn="l">
              <a:lnSpc>
                <a:spcPct val="80000"/>
              </a:lnSpc>
              <a:spcBef>
                <a:spcPts val="0"/>
              </a:spcBef>
              <a:spcAft>
                <a:spcPts val="0"/>
              </a:spcAft>
              <a:buClr>
                <a:srgbClr val="000000"/>
              </a:buClr>
              <a:buSzPts val="1350"/>
              <a:buChar char="•"/>
              <a:defRPr/>
            </a:lvl3pPr>
            <a:lvl4pPr marL="1828800" lvl="3" indent="-314325" algn="l">
              <a:lnSpc>
                <a:spcPct val="80000"/>
              </a:lnSpc>
              <a:spcBef>
                <a:spcPts val="0"/>
              </a:spcBef>
              <a:spcAft>
                <a:spcPts val="0"/>
              </a:spcAft>
              <a:buClr>
                <a:srgbClr val="000000"/>
              </a:buClr>
              <a:buSzPts val="1350"/>
              <a:buChar char="•"/>
              <a:defRPr/>
            </a:lvl4pPr>
            <a:lvl5pPr marL="2286000" lvl="4" indent="-314325" algn="l">
              <a:lnSpc>
                <a:spcPct val="80000"/>
              </a:lnSpc>
              <a:spcBef>
                <a:spcPts val="0"/>
              </a:spcBef>
              <a:spcAft>
                <a:spcPts val="0"/>
              </a:spcAft>
              <a:buClr>
                <a:srgbClr val="000000"/>
              </a:buClr>
              <a:buSzPts val="1350"/>
              <a:buChar char="•"/>
              <a:defRPr/>
            </a:lvl5pPr>
            <a:lvl6pPr marL="2743200" lvl="5" indent="-314325" algn="l">
              <a:lnSpc>
                <a:spcPct val="80000"/>
              </a:lnSpc>
              <a:spcBef>
                <a:spcPts val="0"/>
              </a:spcBef>
              <a:spcAft>
                <a:spcPts val="0"/>
              </a:spcAft>
              <a:buClr>
                <a:srgbClr val="000000"/>
              </a:buClr>
              <a:buSzPts val="1350"/>
              <a:buChar char="•"/>
              <a:defRPr/>
            </a:lvl6pPr>
            <a:lvl7pPr marL="3200400" lvl="6" indent="-314325" algn="l">
              <a:lnSpc>
                <a:spcPct val="80000"/>
              </a:lnSpc>
              <a:spcBef>
                <a:spcPts val="0"/>
              </a:spcBef>
              <a:spcAft>
                <a:spcPts val="0"/>
              </a:spcAft>
              <a:buClr>
                <a:srgbClr val="000000"/>
              </a:buClr>
              <a:buSzPts val="1350"/>
              <a:buChar char="•"/>
              <a:defRPr/>
            </a:lvl7pPr>
            <a:lvl8pPr marL="3657600" lvl="7" indent="-314325" algn="l">
              <a:lnSpc>
                <a:spcPct val="80000"/>
              </a:lnSpc>
              <a:spcBef>
                <a:spcPts val="0"/>
              </a:spcBef>
              <a:spcAft>
                <a:spcPts val="0"/>
              </a:spcAft>
              <a:buClr>
                <a:srgbClr val="000000"/>
              </a:buClr>
              <a:buSzPts val="1350"/>
              <a:buChar char="•"/>
              <a:defRPr/>
            </a:lvl8pPr>
            <a:lvl9pPr marL="4114800" lvl="8" indent="-314325" algn="l">
              <a:lnSpc>
                <a:spcPct val="80000"/>
              </a:lnSpc>
              <a:spcBef>
                <a:spcPts val="0"/>
              </a:spcBef>
              <a:spcAft>
                <a:spcPts val="0"/>
              </a:spcAft>
              <a:buClr>
                <a:srgbClr val="000000"/>
              </a:buClr>
              <a:buSzPts val="1350"/>
              <a:buChar char="•"/>
              <a:defRPr/>
            </a:lvl9pPr>
          </a:lstStyle>
          <a:p>
            <a:endParaRPr/>
          </a:p>
        </p:txBody>
      </p:sp>
      <p:sp>
        <p:nvSpPr>
          <p:cNvPr id="12" name="Google Shape;12;p4"/>
          <p:cNvSpPr txBox="1">
            <a:spLocks noGrp="1"/>
          </p:cNvSpPr>
          <p:nvPr>
            <p:ph type="sldNum" idx="12"/>
          </p:nvPr>
        </p:nvSpPr>
        <p:spPr>
          <a:xfrm>
            <a:off x="6790156" y="10097368"/>
            <a:ext cx="376045" cy="388541"/>
          </a:xfrm>
          <a:prstGeom prst="rect">
            <a:avLst/>
          </a:prstGeom>
          <a:noFill/>
          <a:ln>
            <a:noFill/>
          </a:ln>
        </p:spPr>
        <p:txBody>
          <a:bodyPr spcFirstLastPara="1" wrap="square" lIns="54550" tIns="54550" rIns="54550" bIns="54550" anchor="t" anchorCtr="0">
            <a:spAutoFit/>
          </a:bodyPr>
          <a:lstStyle>
            <a:lvl1pPr marL="0" marR="0" lvl="0"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1pPr>
            <a:lvl2pPr marL="0" marR="0" lvl="1"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2pPr>
            <a:lvl3pPr marL="0" marR="0" lvl="2"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3pPr>
            <a:lvl4pPr marL="0" marR="0" lvl="3"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4pPr>
            <a:lvl5pPr marL="0" marR="0" lvl="4"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5pPr>
            <a:lvl6pPr marL="0" marR="0" lvl="5"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6pPr>
            <a:lvl7pPr marL="0" marR="0" lvl="6"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7pPr>
            <a:lvl8pPr marL="0" marR="0" lvl="7"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8pPr>
            <a:lvl9pPr marL="0" marR="0" lvl="8"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mp; Subtitle" type="title">
  <p:cSld name="TITLE">
    <p:spTree>
      <p:nvGrpSpPr>
        <p:cNvPr id="1" name="Shape 13"/>
        <p:cNvGrpSpPr/>
        <p:nvPr/>
      </p:nvGrpSpPr>
      <p:grpSpPr>
        <a:xfrm>
          <a:off x="0" y="0"/>
          <a:ext cx="0" cy="0"/>
          <a:chOff x="0" y="0"/>
          <a:chExt cx="0" cy="0"/>
        </a:xfrm>
      </p:grpSpPr>
      <p:sp>
        <p:nvSpPr>
          <p:cNvPr id="14" name="Google Shape;14;p5"/>
          <p:cNvSpPr txBox="1">
            <a:spLocks noGrp="1"/>
          </p:cNvSpPr>
          <p:nvPr>
            <p:ph type="title"/>
          </p:nvPr>
        </p:nvSpPr>
        <p:spPr>
          <a:xfrm>
            <a:off x="1364257" y="1918642"/>
            <a:ext cx="11241486" cy="3547071"/>
          </a:xfrm>
          <a:prstGeom prst="rect">
            <a:avLst/>
          </a:prstGeom>
          <a:noFill/>
          <a:ln>
            <a:noFill/>
          </a:ln>
        </p:spPr>
        <p:txBody>
          <a:bodyPr spcFirstLastPara="1" wrap="square" lIns="54550" tIns="54550" rIns="54550" bIns="54550" anchor="b" anchorCtr="0">
            <a:normAutofit/>
          </a:bodyPr>
          <a:lstStyle>
            <a:lvl1pPr lvl="0" algn="l">
              <a:lnSpc>
                <a:spcPct val="80000"/>
              </a:lnSpc>
              <a:spcBef>
                <a:spcPts val="0"/>
              </a:spcBef>
              <a:spcAft>
                <a:spcPts val="0"/>
              </a:spcAft>
              <a:buClr>
                <a:srgbClr val="585858"/>
              </a:buClr>
              <a:buSzPts val="1800"/>
              <a:buNone/>
              <a:defRPr/>
            </a:lvl1pPr>
            <a:lvl2pPr lvl="1" algn="l">
              <a:lnSpc>
                <a:spcPct val="80000"/>
              </a:lnSpc>
              <a:spcBef>
                <a:spcPts val="0"/>
              </a:spcBef>
              <a:spcAft>
                <a:spcPts val="0"/>
              </a:spcAft>
              <a:buClr>
                <a:srgbClr val="585858"/>
              </a:buClr>
              <a:buSzPts val="1800"/>
              <a:buNone/>
              <a:defRPr/>
            </a:lvl2pPr>
            <a:lvl3pPr lvl="2" algn="l">
              <a:lnSpc>
                <a:spcPct val="80000"/>
              </a:lnSpc>
              <a:spcBef>
                <a:spcPts val="0"/>
              </a:spcBef>
              <a:spcAft>
                <a:spcPts val="0"/>
              </a:spcAft>
              <a:buClr>
                <a:srgbClr val="585858"/>
              </a:buClr>
              <a:buSzPts val="1800"/>
              <a:buNone/>
              <a:defRPr/>
            </a:lvl3pPr>
            <a:lvl4pPr lvl="3" algn="l">
              <a:lnSpc>
                <a:spcPct val="80000"/>
              </a:lnSpc>
              <a:spcBef>
                <a:spcPts val="0"/>
              </a:spcBef>
              <a:spcAft>
                <a:spcPts val="0"/>
              </a:spcAft>
              <a:buClr>
                <a:srgbClr val="585858"/>
              </a:buClr>
              <a:buSzPts val="1800"/>
              <a:buNone/>
              <a:defRPr/>
            </a:lvl4pPr>
            <a:lvl5pPr lvl="4" algn="l">
              <a:lnSpc>
                <a:spcPct val="80000"/>
              </a:lnSpc>
              <a:spcBef>
                <a:spcPts val="0"/>
              </a:spcBef>
              <a:spcAft>
                <a:spcPts val="0"/>
              </a:spcAft>
              <a:buClr>
                <a:srgbClr val="585858"/>
              </a:buClr>
              <a:buSzPts val="1800"/>
              <a:buNone/>
              <a:defRPr/>
            </a:lvl5pPr>
            <a:lvl6pPr lvl="5" algn="l">
              <a:lnSpc>
                <a:spcPct val="80000"/>
              </a:lnSpc>
              <a:spcBef>
                <a:spcPts val="0"/>
              </a:spcBef>
              <a:spcAft>
                <a:spcPts val="0"/>
              </a:spcAft>
              <a:buClr>
                <a:srgbClr val="585858"/>
              </a:buClr>
              <a:buSzPts val="1800"/>
              <a:buNone/>
              <a:defRPr/>
            </a:lvl6pPr>
            <a:lvl7pPr lvl="6" algn="l">
              <a:lnSpc>
                <a:spcPct val="80000"/>
              </a:lnSpc>
              <a:spcBef>
                <a:spcPts val="0"/>
              </a:spcBef>
              <a:spcAft>
                <a:spcPts val="0"/>
              </a:spcAft>
              <a:buClr>
                <a:srgbClr val="585858"/>
              </a:buClr>
              <a:buSzPts val="1800"/>
              <a:buNone/>
              <a:defRPr/>
            </a:lvl7pPr>
            <a:lvl8pPr lvl="7" algn="l">
              <a:lnSpc>
                <a:spcPct val="80000"/>
              </a:lnSpc>
              <a:spcBef>
                <a:spcPts val="0"/>
              </a:spcBef>
              <a:spcAft>
                <a:spcPts val="0"/>
              </a:spcAft>
              <a:buClr>
                <a:srgbClr val="585858"/>
              </a:buClr>
              <a:buSzPts val="1800"/>
              <a:buNone/>
              <a:defRPr/>
            </a:lvl8pPr>
            <a:lvl9pPr lvl="8" algn="l">
              <a:lnSpc>
                <a:spcPct val="80000"/>
              </a:lnSpc>
              <a:spcBef>
                <a:spcPts val="0"/>
              </a:spcBef>
              <a:spcAft>
                <a:spcPts val="0"/>
              </a:spcAft>
              <a:buClr>
                <a:srgbClr val="585858"/>
              </a:buClr>
              <a:buSzPts val="1800"/>
              <a:buNone/>
              <a:defRPr/>
            </a:lvl9pPr>
          </a:lstStyle>
          <a:p>
            <a:endParaRPr/>
          </a:p>
        </p:txBody>
      </p:sp>
      <p:sp>
        <p:nvSpPr>
          <p:cNvPr id="15" name="Google Shape;15;p5"/>
          <p:cNvSpPr txBox="1">
            <a:spLocks noGrp="1"/>
          </p:cNvSpPr>
          <p:nvPr>
            <p:ph type="body" idx="1"/>
          </p:nvPr>
        </p:nvSpPr>
        <p:spPr>
          <a:xfrm>
            <a:off x="1364257" y="5561210"/>
            <a:ext cx="11241486" cy="1214191"/>
          </a:xfrm>
          <a:prstGeom prst="rect">
            <a:avLst/>
          </a:prstGeom>
          <a:noFill/>
          <a:ln>
            <a:noFill/>
          </a:ln>
        </p:spPr>
        <p:txBody>
          <a:bodyPr spcFirstLastPara="1" wrap="square" lIns="54550" tIns="54550" rIns="54550" bIns="54550" anchor="t" anchorCtr="0">
            <a:normAutofit/>
          </a:bodyPr>
          <a:lstStyle>
            <a:lvl1pPr marL="457200" lvl="0" indent="-228600" algn="l">
              <a:lnSpc>
                <a:spcPct val="80000"/>
              </a:lnSpc>
              <a:spcBef>
                <a:spcPts val="0"/>
              </a:spcBef>
              <a:spcAft>
                <a:spcPts val="0"/>
              </a:spcAft>
              <a:buClr>
                <a:srgbClr val="628DB5"/>
              </a:buClr>
              <a:buSzPts val="2500"/>
              <a:buFont typeface="Arial"/>
              <a:buNone/>
              <a:defRPr sz="2500">
                <a:solidFill>
                  <a:srgbClr val="628DB5"/>
                </a:solidFill>
              </a:defRPr>
            </a:lvl1pPr>
            <a:lvl2pPr marL="914400" lvl="1" indent="-228600" algn="l">
              <a:lnSpc>
                <a:spcPct val="80000"/>
              </a:lnSpc>
              <a:spcBef>
                <a:spcPts val="0"/>
              </a:spcBef>
              <a:spcAft>
                <a:spcPts val="0"/>
              </a:spcAft>
              <a:buClr>
                <a:srgbClr val="628DB5"/>
              </a:buClr>
              <a:buSzPts val="2500"/>
              <a:buFont typeface="Arial"/>
              <a:buNone/>
              <a:defRPr sz="2500">
                <a:solidFill>
                  <a:srgbClr val="628DB5"/>
                </a:solidFill>
              </a:defRPr>
            </a:lvl2pPr>
            <a:lvl3pPr marL="1371600" lvl="2" indent="-228600" algn="l">
              <a:lnSpc>
                <a:spcPct val="80000"/>
              </a:lnSpc>
              <a:spcBef>
                <a:spcPts val="0"/>
              </a:spcBef>
              <a:spcAft>
                <a:spcPts val="0"/>
              </a:spcAft>
              <a:buClr>
                <a:srgbClr val="628DB5"/>
              </a:buClr>
              <a:buSzPts val="2500"/>
              <a:buFont typeface="Arial"/>
              <a:buNone/>
              <a:defRPr sz="2500">
                <a:solidFill>
                  <a:srgbClr val="628DB5"/>
                </a:solidFill>
              </a:defRPr>
            </a:lvl3pPr>
            <a:lvl4pPr marL="1828800" lvl="3" indent="-228600" algn="l">
              <a:lnSpc>
                <a:spcPct val="80000"/>
              </a:lnSpc>
              <a:spcBef>
                <a:spcPts val="0"/>
              </a:spcBef>
              <a:spcAft>
                <a:spcPts val="0"/>
              </a:spcAft>
              <a:buClr>
                <a:srgbClr val="628DB5"/>
              </a:buClr>
              <a:buSzPts val="2500"/>
              <a:buFont typeface="Arial"/>
              <a:buNone/>
              <a:defRPr sz="2500">
                <a:solidFill>
                  <a:srgbClr val="628DB5"/>
                </a:solidFill>
              </a:defRPr>
            </a:lvl4pPr>
            <a:lvl5pPr marL="2286000" lvl="4" indent="-228600" algn="l">
              <a:lnSpc>
                <a:spcPct val="80000"/>
              </a:lnSpc>
              <a:spcBef>
                <a:spcPts val="0"/>
              </a:spcBef>
              <a:spcAft>
                <a:spcPts val="0"/>
              </a:spcAft>
              <a:buClr>
                <a:srgbClr val="628DB5"/>
              </a:buClr>
              <a:buSzPts val="2500"/>
              <a:buFont typeface="Arial"/>
              <a:buNone/>
              <a:defRPr sz="2500">
                <a:solidFill>
                  <a:srgbClr val="628DB5"/>
                </a:solidFill>
              </a:defRPr>
            </a:lvl5pPr>
            <a:lvl6pPr marL="2743200" lvl="5" indent="-314325" algn="l">
              <a:lnSpc>
                <a:spcPct val="80000"/>
              </a:lnSpc>
              <a:spcBef>
                <a:spcPts val="0"/>
              </a:spcBef>
              <a:spcAft>
                <a:spcPts val="0"/>
              </a:spcAft>
              <a:buClr>
                <a:srgbClr val="000000"/>
              </a:buClr>
              <a:buSzPts val="1350"/>
              <a:buChar char="•"/>
              <a:defRPr/>
            </a:lvl6pPr>
            <a:lvl7pPr marL="3200400" lvl="6" indent="-314325" algn="l">
              <a:lnSpc>
                <a:spcPct val="80000"/>
              </a:lnSpc>
              <a:spcBef>
                <a:spcPts val="0"/>
              </a:spcBef>
              <a:spcAft>
                <a:spcPts val="0"/>
              </a:spcAft>
              <a:buClr>
                <a:srgbClr val="000000"/>
              </a:buClr>
              <a:buSzPts val="1350"/>
              <a:buChar char="•"/>
              <a:defRPr/>
            </a:lvl7pPr>
            <a:lvl8pPr marL="3657600" lvl="7" indent="-314325" algn="l">
              <a:lnSpc>
                <a:spcPct val="80000"/>
              </a:lnSpc>
              <a:spcBef>
                <a:spcPts val="0"/>
              </a:spcBef>
              <a:spcAft>
                <a:spcPts val="0"/>
              </a:spcAft>
              <a:buClr>
                <a:srgbClr val="000000"/>
              </a:buClr>
              <a:buSzPts val="1350"/>
              <a:buChar char="•"/>
              <a:defRPr/>
            </a:lvl8pPr>
            <a:lvl9pPr marL="4114800" lvl="8" indent="-314325" algn="l">
              <a:lnSpc>
                <a:spcPct val="80000"/>
              </a:lnSpc>
              <a:spcBef>
                <a:spcPts val="0"/>
              </a:spcBef>
              <a:spcAft>
                <a:spcPts val="0"/>
              </a:spcAft>
              <a:buClr>
                <a:srgbClr val="000000"/>
              </a:buClr>
              <a:buSzPts val="1350"/>
              <a:buChar char="•"/>
              <a:defRPr/>
            </a:lvl9pPr>
          </a:lstStyle>
          <a:p>
            <a:endParaRPr/>
          </a:p>
        </p:txBody>
      </p:sp>
      <p:sp>
        <p:nvSpPr>
          <p:cNvPr id="16" name="Google Shape;16;p5"/>
          <p:cNvSpPr txBox="1">
            <a:spLocks noGrp="1"/>
          </p:cNvSpPr>
          <p:nvPr>
            <p:ph type="sldNum" idx="12"/>
          </p:nvPr>
        </p:nvSpPr>
        <p:spPr>
          <a:xfrm>
            <a:off x="6790156" y="10097368"/>
            <a:ext cx="376045" cy="388541"/>
          </a:xfrm>
          <a:prstGeom prst="rect">
            <a:avLst/>
          </a:prstGeom>
          <a:noFill/>
          <a:ln>
            <a:noFill/>
          </a:ln>
        </p:spPr>
        <p:txBody>
          <a:bodyPr spcFirstLastPara="1" wrap="square" lIns="54550" tIns="54550" rIns="54550" bIns="54550" anchor="t" anchorCtr="0">
            <a:spAutoFit/>
          </a:bodyPr>
          <a:lstStyle>
            <a:lvl1pPr marL="0" marR="0" lvl="0"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1pPr>
            <a:lvl2pPr marL="0" marR="0" lvl="1"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2pPr>
            <a:lvl3pPr marL="0" marR="0" lvl="2"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3pPr>
            <a:lvl4pPr marL="0" marR="0" lvl="3"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4pPr>
            <a:lvl5pPr marL="0" marR="0" lvl="4"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5pPr>
            <a:lvl6pPr marL="0" marR="0" lvl="5"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6pPr>
            <a:lvl7pPr marL="0" marR="0" lvl="6"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7pPr>
            <a:lvl8pPr marL="0" marR="0" lvl="7"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8pPr>
            <a:lvl9pPr marL="0" marR="0" lvl="8"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Photo - Horizontal">
  <p:cSld name="Photo - Horizontal">
    <p:spTree>
      <p:nvGrpSpPr>
        <p:cNvPr id="1" name="Shape 17"/>
        <p:cNvGrpSpPr/>
        <p:nvPr/>
      </p:nvGrpSpPr>
      <p:grpSpPr>
        <a:xfrm>
          <a:off x="0" y="0"/>
          <a:ext cx="0" cy="0"/>
          <a:chOff x="0" y="0"/>
          <a:chExt cx="0" cy="0"/>
        </a:xfrm>
      </p:grpSpPr>
      <p:sp>
        <p:nvSpPr>
          <p:cNvPr id="18" name="Google Shape;18;p6"/>
          <p:cNvSpPr>
            <a:spLocks noGrp="1"/>
          </p:cNvSpPr>
          <p:nvPr>
            <p:ph type="pic" idx="2"/>
          </p:nvPr>
        </p:nvSpPr>
        <p:spPr>
          <a:xfrm>
            <a:off x="1725786" y="840878"/>
            <a:ext cx="10504786" cy="6357443"/>
          </a:xfrm>
          <a:prstGeom prst="rect">
            <a:avLst/>
          </a:prstGeom>
          <a:noFill/>
          <a:ln>
            <a:noFill/>
          </a:ln>
        </p:spPr>
      </p:sp>
      <p:sp>
        <p:nvSpPr>
          <p:cNvPr id="19" name="Google Shape;19;p6"/>
          <p:cNvSpPr txBox="1">
            <a:spLocks noGrp="1"/>
          </p:cNvSpPr>
          <p:nvPr>
            <p:ph type="title"/>
          </p:nvPr>
        </p:nvSpPr>
        <p:spPr>
          <a:xfrm>
            <a:off x="1364257" y="7375673"/>
            <a:ext cx="11241486" cy="1527970"/>
          </a:xfrm>
          <a:prstGeom prst="rect">
            <a:avLst/>
          </a:prstGeom>
          <a:noFill/>
          <a:ln>
            <a:noFill/>
          </a:ln>
        </p:spPr>
        <p:txBody>
          <a:bodyPr spcFirstLastPara="1" wrap="square" lIns="54550" tIns="54550" rIns="54550" bIns="54550" anchor="b" anchorCtr="0">
            <a:normAutofit/>
          </a:bodyPr>
          <a:lstStyle>
            <a:lvl1pPr lvl="0" algn="l">
              <a:lnSpc>
                <a:spcPct val="80000"/>
              </a:lnSpc>
              <a:spcBef>
                <a:spcPts val="0"/>
              </a:spcBef>
              <a:spcAft>
                <a:spcPts val="0"/>
              </a:spcAft>
              <a:buClr>
                <a:srgbClr val="585858"/>
              </a:buClr>
              <a:buSzPts val="1800"/>
              <a:buNone/>
              <a:defRPr/>
            </a:lvl1pPr>
            <a:lvl2pPr lvl="1" algn="l">
              <a:lnSpc>
                <a:spcPct val="80000"/>
              </a:lnSpc>
              <a:spcBef>
                <a:spcPts val="0"/>
              </a:spcBef>
              <a:spcAft>
                <a:spcPts val="0"/>
              </a:spcAft>
              <a:buClr>
                <a:srgbClr val="585858"/>
              </a:buClr>
              <a:buSzPts val="1800"/>
              <a:buNone/>
              <a:defRPr/>
            </a:lvl2pPr>
            <a:lvl3pPr lvl="2" algn="l">
              <a:lnSpc>
                <a:spcPct val="80000"/>
              </a:lnSpc>
              <a:spcBef>
                <a:spcPts val="0"/>
              </a:spcBef>
              <a:spcAft>
                <a:spcPts val="0"/>
              </a:spcAft>
              <a:buClr>
                <a:srgbClr val="585858"/>
              </a:buClr>
              <a:buSzPts val="1800"/>
              <a:buNone/>
              <a:defRPr/>
            </a:lvl3pPr>
            <a:lvl4pPr lvl="3" algn="l">
              <a:lnSpc>
                <a:spcPct val="80000"/>
              </a:lnSpc>
              <a:spcBef>
                <a:spcPts val="0"/>
              </a:spcBef>
              <a:spcAft>
                <a:spcPts val="0"/>
              </a:spcAft>
              <a:buClr>
                <a:srgbClr val="585858"/>
              </a:buClr>
              <a:buSzPts val="1800"/>
              <a:buNone/>
              <a:defRPr/>
            </a:lvl4pPr>
            <a:lvl5pPr lvl="4" algn="l">
              <a:lnSpc>
                <a:spcPct val="80000"/>
              </a:lnSpc>
              <a:spcBef>
                <a:spcPts val="0"/>
              </a:spcBef>
              <a:spcAft>
                <a:spcPts val="0"/>
              </a:spcAft>
              <a:buClr>
                <a:srgbClr val="585858"/>
              </a:buClr>
              <a:buSzPts val="1800"/>
              <a:buNone/>
              <a:defRPr/>
            </a:lvl5pPr>
            <a:lvl6pPr lvl="5" algn="l">
              <a:lnSpc>
                <a:spcPct val="80000"/>
              </a:lnSpc>
              <a:spcBef>
                <a:spcPts val="0"/>
              </a:spcBef>
              <a:spcAft>
                <a:spcPts val="0"/>
              </a:spcAft>
              <a:buClr>
                <a:srgbClr val="585858"/>
              </a:buClr>
              <a:buSzPts val="1800"/>
              <a:buNone/>
              <a:defRPr/>
            </a:lvl6pPr>
            <a:lvl7pPr lvl="6" algn="l">
              <a:lnSpc>
                <a:spcPct val="80000"/>
              </a:lnSpc>
              <a:spcBef>
                <a:spcPts val="0"/>
              </a:spcBef>
              <a:spcAft>
                <a:spcPts val="0"/>
              </a:spcAft>
              <a:buClr>
                <a:srgbClr val="585858"/>
              </a:buClr>
              <a:buSzPts val="1800"/>
              <a:buNone/>
              <a:defRPr/>
            </a:lvl7pPr>
            <a:lvl8pPr lvl="7" algn="l">
              <a:lnSpc>
                <a:spcPct val="80000"/>
              </a:lnSpc>
              <a:spcBef>
                <a:spcPts val="0"/>
              </a:spcBef>
              <a:spcAft>
                <a:spcPts val="0"/>
              </a:spcAft>
              <a:buClr>
                <a:srgbClr val="585858"/>
              </a:buClr>
              <a:buSzPts val="1800"/>
              <a:buNone/>
              <a:defRPr/>
            </a:lvl8pPr>
            <a:lvl9pPr lvl="8" algn="l">
              <a:lnSpc>
                <a:spcPct val="80000"/>
              </a:lnSpc>
              <a:spcBef>
                <a:spcPts val="0"/>
              </a:spcBef>
              <a:spcAft>
                <a:spcPts val="0"/>
              </a:spcAft>
              <a:buClr>
                <a:srgbClr val="585858"/>
              </a:buClr>
              <a:buSzPts val="1800"/>
              <a:buNone/>
              <a:defRPr/>
            </a:lvl9pPr>
          </a:lstStyle>
          <a:p>
            <a:endParaRPr/>
          </a:p>
        </p:txBody>
      </p:sp>
      <p:sp>
        <p:nvSpPr>
          <p:cNvPr id="20" name="Google Shape;20;p6"/>
          <p:cNvSpPr txBox="1">
            <a:spLocks noGrp="1"/>
          </p:cNvSpPr>
          <p:nvPr>
            <p:ph type="body" idx="1"/>
          </p:nvPr>
        </p:nvSpPr>
        <p:spPr>
          <a:xfrm>
            <a:off x="1364257" y="8958212"/>
            <a:ext cx="11241486" cy="1214191"/>
          </a:xfrm>
          <a:prstGeom prst="rect">
            <a:avLst/>
          </a:prstGeom>
          <a:noFill/>
          <a:ln>
            <a:noFill/>
          </a:ln>
        </p:spPr>
        <p:txBody>
          <a:bodyPr spcFirstLastPara="1" wrap="square" lIns="54550" tIns="54550" rIns="54550" bIns="54550" anchor="t" anchorCtr="0">
            <a:normAutofit/>
          </a:bodyPr>
          <a:lstStyle>
            <a:lvl1pPr marL="457200" lvl="0" indent="-228600" algn="l">
              <a:lnSpc>
                <a:spcPct val="80000"/>
              </a:lnSpc>
              <a:spcBef>
                <a:spcPts val="0"/>
              </a:spcBef>
              <a:spcAft>
                <a:spcPts val="0"/>
              </a:spcAft>
              <a:buClr>
                <a:srgbClr val="628DB5"/>
              </a:buClr>
              <a:buSzPts val="2500"/>
              <a:buFont typeface="Arial"/>
              <a:buNone/>
              <a:defRPr sz="2500">
                <a:solidFill>
                  <a:srgbClr val="628DB5"/>
                </a:solidFill>
              </a:defRPr>
            </a:lvl1pPr>
            <a:lvl2pPr marL="914400" lvl="1" indent="-228600" algn="l">
              <a:lnSpc>
                <a:spcPct val="80000"/>
              </a:lnSpc>
              <a:spcBef>
                <a:spcPts val="0"/>
              </a:spcBef>
              <a:spcAft>
                <a:spcPts val="0"/>
              </a:spcAft>
              <a:buClr>
                <a:srgbClr val="628DB5"/>
              </a:buClr>
              <a:buSzPts val="2500"/>
              <a:buFont typeface="Arial"/>
              <a:buNone/>
              <a:defRPr sz="2500">
                <a:solidFill>
                  <a:srgbClr val="628DB5"/>
                </a:solidFill>
              </a:defRPr>
            </a:lvl2pPr>
            <a:lvl3pPr marL="1371600" lvl="2" indent="-228600" algn="l">
              <a:lnSpc>
                <a:spcPct val="80000"/>
              </a:lnSpc>
              <a:spcBef>
                <a:spcPts val="0"/>
              </a:spcBef>
              <a:spcAft>
                <a:spcPts val="0"/>
              </a:spcAft>
              <a:buClr>
                <a:srgbClr val="628DB5"/>
              </a:buClr>
              <a:buSzPts val="2500"/>
              <a:buFont typeface="Arial"/>
              <a:buNone/>
              <a:defRPr sz="2500">
                <a:solidFill>
                  <a:srgbClr val="628DB5"/>
                </a:solidFill>
              </a:defRPr>
            </a:lvl3pPr>
            <a:lvl4pPr marL="1828800" lvl="3" indent="-228600" algn="l">
              <a:lnSpc>
                <a:spcPct val="80000"/>
              </a:lnSpc>
              <a:spcBef>
                <a:spcPts val="0"/>
              </a:spcBef>
              <a:spcAft>
                <a:spcPts val="0"/>
              </a:spcAft>
              <a:buClr>
                <a:srgbClr val="628DB5"/>
              </a:buClr>
              <a:buSzPts val="2500"/>
              <a:buFont typeface="Arial"/>
              <a:buNone/>
              <a:defRPr sz="2500">
                <a:solidFill>
                  <a:srgbClr val="628DB5"/>
                </a:solidFill>
              </a:defRPr>
            </a:lvl4pPr>
            <a:lvl5pPr marL="2286000" lvl="4" indent="-228600" algn="l">
              <a:lnSpc>
                <a:spcPct val="80000"/>
              </a:lnSpc>
              <a:spcBef>
                <a:spcPts val="0"/>
              </a:spcBef>
              <a:spcAft>
                <a:spcPts val="0"/>
              </a:spcAft>
              <a:buClr>
                <a:srgbClr val="628DB5"/>
              </a:buClr>
              <a:buSzPts val="2500"/>
              <a:buFont typeface="Arial"/>
              <a:buNone/>
              <a:defRPr sz="2500">
                <a:solidFill>
                  <a:srgbClr val="628DB5"/>
                </a:solidFill>
              </a:defRPr>
            </a:lvl5pPr>
            <a:lvl6pPr marL="2743200" lvl="5" indent="-314325" algn="l">
              <a:lnSpc>
                <a:spcPct val="80000"/>
              </a:lnSpc>
              <a:spcBef>
                <a:spcPts val="0"/>
              </a:spcBef>
              <a:spcAft>
                <a:spcPts val="0"/>
              </a:spcAft>
              <a:buClr>
                <a:srgbClr val="000000"/>
              </a:buClr>
              <a:buSzPts val="1350"/>
              <a:buChar char="•"/>
              <a:defRPr/>
            </a:lvl6pPr>
            <a:lvl7pPr marL="3200400" lvl="6" indent="-314325" algn="l">
              <a:lnSpc>
                <a:spcPct val="80000"/>
              </a:lnSpc>
              <a:spcBef>
                <a:spcPts val="0"/>
              </a:spcBef>
              <a:spcAft>
                <a:spcPts val="0"/>
              </a:spcAft>
              <a:buClr>
                <a:srgbClr val="000000"/>
              </a:buClr>
              <a:buSzPts val="1350"/>
              <a:buChar char="•"/>
              <a:defRPr/>
            </a:lvl7pPr>
            <a:lvl8pPr marL="3657600" lvl="7" indent="-314325" algn="l">
              <a:lnSpc>
                <a:spcPct val="80000"/>
              </a:lnSpc>
              <a:spcBef>
                <a:spcPts val="0"/>
              </a:spcBef>
              <a:spcAft>
                <a:spcPts val="0"/>
              </a:spcAft>
              <a:buClr>
                <a:srgbClr val="000000"/>
              </a:buClr>
              <a:buSzPts val="1350"/>
              <a:buChar char="•"/>
              <a:defRPr/>
            </a:lvl8pPr>
            <a:lvl9pPr marL="4114800" lvl="8" indent="-314325" algn="l">
              <a:lnSpc>
                <a:spcPct val="80000"/>
              </a:lnSpc>
              <a:spcBef>
                <a:spcPts val="0"/>
              </a:spcBef>
              <a:spcAft>
                <a:spcPts val="0"/>
              </a:spcAft>
              <a:buClr>
                <a:srgbClr val="000000"/>
              </a:buClr>
              <a:buSzPts val="1350"/>
              <a:buChar char="•"/>
              <a:defRPr/>
            </a:lvl9pPr>
          </a:lstStyle>
          <a:p>
            <a:endParaRPr/>
          </a:p>
        </p:txBody>
      </p:sp>
      <p:sp>
        <p:nvSpPr>
          <p:cNvPr id="21" name="Google Shape;21;p6"/>
          <p:cNvSpPr txBox="1">
            <a:spLocks noGrp="1"/>
          </p:cNvSpPr>
          <p:nvPr>
            <p:ph type="sldNum" idx="12"/>
          </p:nvPr>
        </p:nvSpPr>
        <p:spPr>
          <a:xfrm>
            <a:off x="6790156" y="10090546"/>
            <a:ext cx="376045" cy="388542"/>
          </a:xfrm>
          <a:prstGeom prst="rect">
            <a:avLst/>
          </a:prstGeom>
          <a:noFill/>
          <a:ln>
            <a:noFill/>
          </a:ln>
        </p:spPr>
        <p:txBody>
          <a:bodyPr spcFirstLastPara="1" wrap="square" lIns="54550" tIns="54550" rIns="54550" bIns="54550" anchor="t" anchorCtr="0">
            <a:spAutoFit/>
          </a:bodyPr>
          <a:lstStyle>
            <a:lvl1pPr marL="0" marR="0" lvl="0"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1pPr>
            <a:lvl2pPr marL="0" marR="0" lvl="1"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2pPr>
            <a:lvl3pPr marL="0" marR="0" lvl="2"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3pPr>
            <a:lvl4pPr marL="0" marR="0" lvl="3"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4pPr>
            <a:lvl5pPr marL="0" marR="0" lvl="4"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5pPr>
            <a:lvl6pPr marL="0" marR="0" lvl="5"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6pPr>
            <a:lvl7pPr marL="0" marR="0" lvl="6"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7pPr>
            <a:lvl8pPr marL="0" marR="0" lvl="7"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8pPr>
            <a:lvl9pPr marL="0" marR="0" lvl="8"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 Center">
  <p:cSld name="Title - Center">
    <p:spTree>
      <p:nvGrpSpPr>
        <p:cNvPr id="1" name="Shape 22"/>
        <p:cNvGrpSpPr/>
        <p:nvPr/>
      </p:nvGrpSpPr>
      <p:grpSpPr>
        <a:xfrm>
          <a:off x="0" y="0"/>
          <a:ext cx="0" cy="0"/>
          <a:chOff x="0" y="0"/>
          <a:chExt cx="0" cy="0"/>
        </a:xfrm>
      </p:grpSpPr>
      <p:sp>
        <p:nvSpPr>
          <p:cNvPr id="23" name="Google Shape;23;p7"/>
          <p:cNvSpPr txBox="1">
            <a:spLocks noGrp="1"/>
          </p:cNvSpPr>
          <p:nvPr>
            <p:ph type="title"/>
          </p:nvPr>
        </p:nvSpPr>
        <p:spPr>
          <a:xfrm>
            <a:off x="1364257" y="3623964"/>
            <a:ext cx="11241486" cy="3547072"/>
          </a:xfrm>
          <a:prstGeom prst="rect">
            <a:avLst/>
          </a:prstGeom>
          <a:noFill/>
          <a:ln>
            <a:noFill/>
          </a:ln>
        </p:spPr>
        <p:txBody>
          <a:bodyPr spcFirstLastPara="1" wrap="square" lIns="54550" tIns="54550" rIns="54550" bIns="54550" anchor="ctr" anchorCtr="0">
            <a:normAutofit/>
          </a:bodyPr>
          <a:lstStyle>
            <a:lvl1pPr lvl="0" algn="l">
              <a:lnSpc>
                <a:spcPct val="80000"/>
              </a:lnSpc>
              <a:spcBef>
                <a:spcPts val="0"/>
              </a:spcBef>
              <a:spcAft>
                <a:spcPts val="0"/>
              </a:spcAft>
              <a:buClr>
                <a:srgbClr val="585858"/>
              </a:buClr>
              <a:buSzPts val="1800"/>
              <a:buNone/>
              <a:defRPr/>
            </a:lvl1pPr>
            <a:lvl2pPr lvl="1" algn="l">
              <a:lnSpc>
                <a:spcPct val="80000"/>
              </a:lnSpc>
              <a:spcBef>
                <a:spcPts val="0"/>
              </a:spcBef>
              <a:spcAft>
                <a:spcPts val="0"/>
              </a:spcAft>
              <a:buClr>
                <a:srgbClr val="585858"/>
              </a:buClr>
              <a:buSzPts val="1800"/>
              <a:buNone/>
              <a:defRPr/>
            </a:lvl2pPr>
            <a:lvl3pPr lvl="2" algn="l">
              <a:lnSpc>
                <a:spcPct val="80000"/>
              </a:lnSpc>
              <a:spcBef>
                <a:spcPts val="0"/>
              </a:spcBef>
              <a:spcAft>
                <a:spcPts val="0"/>
              </a:spcAft>
              <a:buClr>
                <a:srgbClr val="585858"/>
              </a:buClr>
              <a:buSzPts val="1800"/>
              <a:buNone/>
              <a:defRPr/>
            </a:lvl3pPr>
            <a:lvl4pPr lvl="3" algn="l">
              <a:lnSpc>
                <a:spcPct val="80000"/>
              </a:lnSpc>
              <a:spcBef>
                <a:spcPts val="0"/>
              </a:spcBef>
              <a:spcAft>
                <a:spcPts val="0"/>
              </a:spcAft>
              <a:buClr>
                <a:srgbClr val="585858"/>
              </a:buClr>
              <a:buSzPts val="1800"/>
              <a:buNone/>
              <a:defRPr/>
            </a:lvl4pPr>
            <a:lvl5pPr lvl="4" algn="l">
              <a:lnSpc>
                <a:spcPct val="80000"/>
              </a:lnSpc>
              <a:spcBef>
                <a:spcPts val="0"/>
              </a:spcBef>
              <a:spcAft>
                <a:spcPts val="0"/>
              </a:spcAft>
              <a:buClr>
                <a:srgbClr val="585858"/>
              </a:buClr>
              <a:buSzPts val="1800"/>
              <a:buNone/>
              <a:defRPr/>
            </a:lvl5pPr>
            <a:lvl6pPr lvl="5" algn="l">
              <a:lnSpc>
                <a:spcPct val="80000"/>
              </a:lnSpc>
              <a:spcBef>
                <a:spcPts val="0"/>
              </a:spcBef>
              <a:spcAft>
                <a:spcPts val="0"/>
              </a:spcAft>
              <a:buClr>
                <a:srgbClr val="585858"/>
              </a:buClr>
              <a:buSzPts val="1800"/>
              <a:buNone/>
              <a:defRPr/>
            </a:lvl6pPr>
            <a:lvl7pPr lvl="6" algn="l">
              <a:lnSpc>
                <a:spcPct val="80000"/>
              </a:lnSpc>
              <a:spcBef>
                <a:spcPts val="0"/>
              </a:spcBef>
              <a:spcAft>
                <a:spcPts val="0"/>
              </a:spcAft>
              <a:buClr>
                <a:srgbClr val="585858"/>
              </a:buClr>
              <a:buSzPts val="1800"/>
              <a:buNone/>
              <a:defRPr/>
            </a:lvl7pPr>
            <a:lvl8pPr lvl="7" algn="l">
              <a:lnSpc>
                <a:spcPct val="80000"/>
              </a:lnSpc>
              <a:spcBef>
                <a:spcPts val="0"/>
              </a:spcBef>
              <a:spcAft>
                <a:spcPts val="0"/>
              </a:spcAft>
              <a:buClr>
                <a:srgbClr val="585858"/>
              </a:buClr>
              <a:buSzPts val="1800"/>
              <a:buNone/>
              <a:defRPr/>
            </a:lvl8pPr>
            <a:lvl9pPr lvl="8" algn="l">
              <a:lnSpc>
                <a:spcPct val="80000"/>
              </a:lnSpc>
              <a:spcBef>
                <a:spcPts val="0"/>
              </a:spcBef>
              <a:spcAft>
                <a:spcPts val="0"/>
              </a:spcAft>
              <a:buClr>
                <a:srgbClr val="585858"/>
              </a:buClr>
              <a:buSzPts val="1800"/>
              <a:buNone/>
              <a:defRPr/>
            </a:lvl9pPr>
          </a:lstStyle>
          <a:p>
            <a:endParaRPr/>
          </a:p>
        </p:txBody>
      </p:sp>
      <p:sp>
        <p:nvSpPr>
          <p:cNvPr id="24" name="Google Shape;24;p7"/>
          <p:cNvSpPr txBox="1">
            <a:spLocks noGrp="1"/>
          </p:cNvSpPr>
          <p:nvPr>
            <p:ph type="sldNum" idx="12"/>
          </p:nvPr>
        </p:nvSpPr>
        <p:spPr>
          <a:xfrm>
            <a:off x="6790156" y="10097368"/>
            <a:ext cx="376045" cy="388541"/>
          </a:xfrm>
          <a:prstGeom prst="rect">
            <a:avLst/>
          </a:prstGeom>
          <a:noFill/>
          <a:ln>
            <a:noFill/>
          </a:ln>
        </p:spPr>
        <p:txBody>
          <a:bodyPr spcFirstLastPara="1" wrap="square" lIns="54550" tIns="54550" rIns="54550" bIns="54550" anchor="t" anchorCtr="0">
            <a:spAutoFit/>
          </a:bodyPr>
          <a:lstStyle>
            <a:lvl1pPr marL="0" marR="0" lvl="0"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1pPr>
            <a:lvl2pPr marL="0" marR="0" lvl="1"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2pPr>
            <a:lvl3pPr marL="0" marR="0" lvl="2"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3pPr>
            <a:lvl4pPr marL="0" marR="0" lvl="3"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4pPr>
            <a:lvl5pPr marL="0" marR="0" lvl="4"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5pPr>
            <a:lvl6pPr marL="0" marR="0" lvl="5"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6pPr>
            <a:lvl7pPr marL="0" marR="0" lvl="6"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7pPr>
            <a:lvl8pPr marL="0" marR="0" lvl="7"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8pPr>
            <a:lvl9pPr marL="0" marR="0" lvl="8"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Photo - Vertical">
  <p:cSld name="Photo - Vertical">
    <p:spTree>
      <p:nvGrpSpPr>
        <p:cNvPr id="1" name="Shape 25"/>
        <p:cNvGrpSpPr/>
        <p:nvPr/>
      </p:nvGrpSpPr>
      <p:grpSpPr>
        <a:xfrm>
          <a:off x="0" y="0"/>
          <a:ext cx="0" cy="0"/>
          <a:chOff x="0" y="0"/>
          <a:chExt cx="0" cy="0"/>
        </a:xfrm>
      </p:grpSpPr>
      <p:sp>
        <p:nvSpPr>
          <p:cNvPr id="26" name="Google Shape;26;p8"/>
          <p:cNvSpPr>
            <a:spLocks noGrp="1"/>
          </p:cNvSpPr>
          <p:nvPr>
            <p:ph type="pic" idx="2"/>
          </p:nvPr>
        </p:nvSpPr>
        <p:spPr>
          <a:xfrm>
            <a:off x="7216923" y="840878"/>
            <a:ext cx="5729884" cy="8840392"/>
          </a:xfrm>
          <a:prstGeom prst="rect">
            <a:avLst/>
          </a:prstGeom>
          <a:noFill/>
          <a:ln>
            <a:noFill/>
          </a:ln>
        </p:spPr>
      </p:sp>
      <p:sp>
        <p:nvSpPr>
          <p:cNvPr id="27" name="Google Shape;27;p8"/>
          <p:cNvSpPr txBox="1">
            <a:spLocks noGrp="1"/>
          </p:cNvSpPr>
          <p:nvPr>
            <p:ph type="title"/>
          </p:nvPr>
        </p:nvSpPr>
        <p:spPr>
          <a:xfrm>
            <a:off x="1023193" y="840878"/>
            <a:ext cx="5729884" cy="4283771"/>
          </a:xfrm>
          <a:prstGeom prst="rect">
            <a:avLst/>
          </a:prstGeom>
          <a:noFill/>
          <a:ln>
            <a:noFill/>
          </a:ln>
        </p:spPr>
        <p:txBody>
          <a:bodyPr spcFirstLastPara="1" wrap="square" lIns="54550" tIns="54550" rIns="54550" bIns="54550" anchor="b" anchorCtr="0">
            <a:normAutofit/>
          </a:bodyPr>
          <a:lstStyle>
            <a:lvl1pPr lvl="0" algn="l">
              <a:lnSpc>
                <a:spcPct val="80000"/>
              </a:lnSpc>
              <a:spcBef>
                <a:spcPts val="0"/>
              </a:spcBef>
              <a:spcAft>
                <a:spcPts val="0"/>
              </a:spcAft>
              <a:buClr>
                <a:srgbClr val="585858"/>
              </a:buClr>
              <a:buSzPts val="3300"/>
              <a:buFont typeface="Arial"/>
              <a:buNone/>
              <a:defRPr sz="3300">
                <a:latin typeface="Arial"/>
                <a:ea typeface="Arial"/>
                <a:cs typeface="Arial"/>
                <a:sym typeface="Arial"/>
              </a:defRPr>
            </a:lvl1pPr>
            <a:lvl2pPr lvl="1" algn="l">
              <a:lnSpc>
                <a:spcPct val="80000"/>
              </a:lnSpc>
              <a:spcBef>
                <a:spcPts val="0"/>
              </a:spcBef>
              <a:spcAft>
                <a:spcPts val="0"/>
              </a:spcAft>
              <a:buClr>
                <a:srgbClr val="585858"/>
              </a:buClr>
              <a:buSzPts val="1800"/>
              <a:buNone/>
              <a:defRPr/>
            </a:lvl2pPr>
            <a:lvl3pPr lvl="2" algn="l">
              <a:lnSpc>
                <a:spcPct val="80000"/>
              </a:lnSpc>
              <a:spcBef>
                <a:spcPts val="0"/>
              </a:spcBef>
              <a:spcAft>
                <a:spcPts val="0"/>
              </a:spcAft>
              <a:buClr>
                <a:srgbClr val="585858"/>
              </a:buClr>
              <a:buSzPts val="1800"/>
              <a:buNone/>
              <a:defRPr/>
            </a:lvl3pPr>
            <a:lvl4pPr lvl="3" algn="l">
              <a:lnSpc>
                <a:spcPct val="80000"/>
              </a:lnSpc>
              <a:spcBef>
                <a:spcPts val="0"/>
              </a:spcBef>
              <a:spcAft>
                <a:spcPts val="0"/>
              </a:spcAft>
              <a:buClr>
                <a:srgbClr val="585858"/>
              </a:buClr>
              <a:buSzPts val="1800"/>
              <a:buNone/>
              <a:defRPr/>
            </a:lvl4pPr>
            <a:lvl5pPr lvl="4" algn="l">
              <a:lnSpc>
                <a:spcPct val="80000"/>
              </a:lnSpc>
              <a:spcBef>
                <a:spcPts val="0"/>
              </a:spcBef>
              <a:spcAft>
                <a:spcPts val="0"/>
              </a:spcAft>
              <a:buClr>
                <a:srgbClr val="585858"/>
              </a:buClr>
              <a:buSzPts val="1800"/>
              <a:buNone/>
              <a:defRPr/>
            </a:lvl5pPr>
            <a:lvl6pPr lvl="5" algn="l">
              <a:lnSpc>
                <a:spcPct val="80000"/>
              </a:lnSpc>
              <a:spcBef>
                <a:spcPts val="0"/>
              </a:spcBef>
              <a:spcAft>
                <a:spcPts val="0"/>
              </a:spcAft>
              <a:buClr>
                <a:srgbClr val="585858"/>
              </a:buClr>
              <a:buSzPts val="1800"/>
              <a:buNone/>
              <a:defRPr/>
            </a:lvl6pPr>
            <a:lvl7pPr lvl="6" algn="l">
              <a:lnSpc>
                <a:spcPct val="80000"/>
              </a:lnSpc>
              <a:spcBef>
                <a:spcPts val="0"/>
              </a:spcBef>
              <a:spcAft>
                <a:spcPts val="0"/>
              </a:spcAft>
              <a:buClr>
                <a:srgbClr val="585858"/>
              </a:buClr>
              <a:buSzPts val="1800"/>
              <a:buNone/>
              <a:defRPr/>
            </a:lvl7pPr>
            <a:lvl8pPr lvl="7" algn="l">
              <a:lnSpc>
                <a:spcPct val="80000"/>
              </a:lnSpc>
              <a:spcBef>
                <a:spcPts val="0"/>
              </a:spcBef>
              <a:spcAft>
                <a:spcPts val="0"/>
              </a:spcAft>
              <a:buClr>
                <a:srgbClr val="585858"/>
              </a:buClr>
              <a:buSzPts val="1800"/>
              <a:buNone/>
              <a:defRPr/>
            </a:lvl8pPr>
            <a:lvl9pPr lvl="8" algn="l">
              <a:lnSpc>
                <a:spcPct val="80000"/>
              </a:lnSpc>
              <a:spcBef>
                <a:spcPts val="0"/>
              </a:spcBef>
              <a:spcAft>
                <a:spcPts val="0"/>
              </a:spcAft>
              <a:buClr>
                <a:srgbClr val="585858"/>
              </a:buClr>
              <a:buSzPts val="1800"/>
              <a:buNone/>
              <a:defRPr/>
            </a:lvl9pPr>
          </a:lstStyle>
          <a:p>
            <a:endParaRPr/>
          </a:p>
        </p:txBody>
      </p:sp>
      <p:sp>
        <p:nvSpPr>
          <p:cNvPr id="28" name="Google Shape;28;p8"/>
          <p:cNvSpPr txBox="1">
            <a:spLocks noGrp="1"/>
          </p:cNvSpPr>
          <p:nvPr>
            <p:ph type="body" idx="1"/>
          </p:nvPr>
        </p:nvSpPr>
        <p:spPr>
          <a:xfrm>
            <a:off x="1023193" y="5274716"/>
            <a:ext cx="5729884" cy="4406554"/>
          </a:xfrm>
          <a:prstGeom prst="rect">
            <a:avLst/>
          </a:prstGeom>
          <a:noFill/>
          <a:ln>
            <a:noFill/>
          </a:ln>
        </p:spPr>
        <p:txBody>
          <a:bodyPr spcFirstLastPara="1" wrap="square" lIns="54550" tIns="54550" rIns="54550" bIns="54550" anchor="t" anchorCtr="0">
            <a:normAutofit/>
          </a:bodyPr>
          <a:lstStyle>
            <a:lvl1pPr marL="457200" lvl="0" indent="-228600" algn="l">
              <a:lnSpc>
                <a:spcPct val="80000"/>
              </a:lnSpc>
              <a:spcBef>
                <a:spcPts val="0"/>
              </a:spcBef>
              <a:spcAft>
                <a:spcPts val="0"/>
              </a:spcAft>
              <a:buClr>
                <a:srgbClr val="628DB5"/>
              </a:buClr>
              <a:buSzPts val="2500"/>
              <a:buFont typeface="Arial"/>
              <a:buNone/>
              <a:defRPr sz="2500">
                <a:solidFill>
                  <a:srgbClr val="628DB5"/>
                </a:solidFill>
              </a:defRPr>
            </a:lvl1pPr>
            <a:lvl2pPr marL="914400" lvl="1" indent="-228600" algn="l">
              <a:lnSpc>
                <a:spcPct val="80000"/>
              </a:lnSpc>
              <a:spcBef>
                <a:spcPts val="0"/>
              </a:spcBef>
              <a:spcAft>
                <a:spcPts val="0"/>
              </a:spcAft>
              <a:buClr>
                <a:srgbClr val="628DB5"/>
              </a:buClr>
              <a:buSzPts val="2500"/>
              <a:buFont typeface="Arial"/>
              <a:buNone/>
              <a:defRPr sz="2500">
                <a:solidFill>
                  <a:srgbClr val="628DB5"/>
                </a:solidFill>
              </a:defRPr>
            </a:lvl2pPr>
            <a:lvl3pPr marL="1371600" lvl="2" indent="-228600" algn="l">
              <a:lnSpc>
                <a:spcPct val="80000"/>
              </a:lnSpc>
              <a:spcBef>
                <a:spcPts val="0"/>
              </a:spcBef>
              <a:spcAft>
                <a:spcPts val="0"/>
              </a:spcAft>
              <a:buClr>
                <a:srgbClr val="628DB5"/>
              </a:buClr>
              <a:buSzPts val="2500"/>
              <a:buFont typeface="Arial"/>
              <a:buNone/>
              <a:defRPr sz="2500">
                <a:solidFill>
                  <a:srgbClr val="628DB5"/>
                </a:solidFill>
              </a:defRPr>
            </a:lvl3pPr>
            <a:lvl4pPr marL="1828800" lvl="3" indent="-228600" algn="l">
              <a:lnSpc>
                <a:spcPct val="80000"/>
              </a:lnSpc>
              <a:spcBef>
                <a:spcPts val="0"/>
              </a:spcBef>
              <a:spcAft>
                <a:spcPts val="0"/>
              </a:spcAft>
              <a:buClr>
                <a:srgbClr val="628DB5"/>
              </a:buClr>
              <a:buSzPts val="2500"/>
              <a:buFont typeface="Arial"/>
              <a:buNone/>
              <a:defRPr sz="2500">
                <a:solidFill>
                  <a:srgbClr val="628DB5"/>
                </a:solidFill>
              </a:defRPr>
            </a:lvl4pPr>
            <a:lvl5pPr marL="2286000" lvl="4" indent="-228600" algn="l">
              <a:lnSpc>
                <a:spcPct val="80000"/>
              </a:lnSpc>
              <a:spcBef>
                <a:spcPts val="0"/>
              </a:spcBef>
              <a:spcAft>
                <a:spcPts val="0"/>
              </a:spcAft>
              <a:buClr>
                <a:srgbClr val="628DB5"/>
              </a:buClr>
              <a:buSzPts val="2500"/>
              <a:buFont typeface="Arial"/>
              <a:buNone/>
              <a:defRPr sz="2500">
                <a:solidFill>
                  <a:srgbClr val="628DB5"/>
                </a:solidFill>
              </a:defRPr>
            </a:lvl5pPr>
            <a:lvl6pPr marL="2743200" lvl="5" indent="-314325" algn="l">
              <a:lnSpc>
                <a:spcPct val="80000"/>
              </a:lnSpc>
              <a:spcBef>
                <a:spcPts val="0"/>
              </a:spcBef>
              <a:spcAft>
                <a:spcPts val="0"/>
              </a:spcAft>
              <a:buClr>
                <a:srgbClr val="000000"/>
              </a:buClr>
              <a:buSzPts val="1350"/>
              <a:buChar char="•"/>
              <a:defRPr/>
            </a:lvl6pPr>
            <a:lvl7pPr marL="3200400" lvl="6" indent="-314325" algn="l">
              <a:lnSpc>
                <a:spcPct val="80000"/>
              </a:lnSpc>
              <a:spcBef>
                <a:spcPts val="0"/>
              </a:spcBef>
              <a:spcAft>
                <a:spcPts val="0"/>
              </a:spcAft>
              <a:buClr>
                <a:srgbClr val="000000"/>
              </a:buClr>
              <a:buSzPts val="1350"/>
              <a:buChar char="•"/>
              <a:defRPr/>
            </a:lvl7pPr>
            <a:lvl8pPr marL="3657600" lvl="7" indent="-314325" algn="l">
              <a:lnSpc>
                <a:spcPct val="80000"/>
              </a:lnSpc>
              <a:spcBef>
                <a:spcPts val="0"/>
              </a:spcBef>
              <a:spcAft>
                <a:spcPts val="0"/>
              </a:spcAft>
              <a:buClr>
                <a:srgbClr val="000000"/>
              </a:buClr>
              <a:buSzPts val="1350"/>
              <a:buChar char="•"/>
              <a:defRPr/>
            </a:lvl8pPr>
            <a:lvl9pPr marL="4114800" lvl="8" indent="-314325" algn="l">
              <a:lnSpc>
                <a:spcPct val="80000"/>
              </a:lnSpc>
              <a:spcBef>
                <a:spcPts val="0"/>
              </a:spcBef>
              <a:spcAft>
                <a:spcPts val="0"/>
              </a:spcAft>
              <a:buClr>
                <a:srgbClr val="000000"/>
              </a:buClr>
              <a:buSzPts val="1350"/>
              <a:buChar char="•"/>
              <a:defRPr/>
            </a:lvl9pPr>
          </a:lstStyle>
          <a:p>
            <a:endParaRPr/>
          </a:p>
        </p:txBody>
      </p:sp>
      <p:sp>
        <p:nvSpPr>
          <p:cNvPr id="29" name="Google Shape;29;p8"/>
          <p:cNvSpPr txBox="1">
            <a:spLocks noGrp="1"/>
          </p:cNvSpPr>
          <p:nvPr>
            <p:ph type="sldNum" idx="12"/>
          </p:nvPr>
        </p:nvSpPr>
        <p:spPr>
          <a:xfrm>
            <a:off x="6790156" y="10097368"/>
            <a:ext cx="376045" cy="388541"/>
          </a:xfrm>
          <a:prstGeom prst="rect">
            <a:avLst/>
          </a:prstGeom>
          <a:noFill/>
          <a:ln>
            <a:noFill/>
          </a:ln>
        </p:spPr>
        <p:txBody>
          <a:bodyPr spcFirstLastPara="1" wrap="square" lIns="54550" tIns="54550" rIns="54550" bIns="54550" anchor="t" anchorCtr="0">
            <a:spAutoFit/>
          </a:bodyPr>
          <a:lstStyle>
            <a:lvl1pPr marL="0" marR="0" lvl="0"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1pPr>
            <a:lvl2pPr marL="0" marR="0" lvl="1"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2pPr>
            <a:lvl3pPr marL="0" marR="0" lvl="2"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3pPr>
            <a:lvl4pPr marL="0" marR="0" lvl="3"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4pPr>
            <a:lvl5pPr marL="0" marR="0" lvl="4"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5pPr>
            <a:lvl6pPr marL="0" marR="0" lvl="5"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6pPr>
            <a:lvl7pPr marL="0" marR="0" lvl="6"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7pPr>
            <a:lvl8pPr marL="0" marR="0" lvl="7"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8pPr>
            <a:lvl9pPr marL="0" marR="0" lvl="8"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 Top">
  <p:cSld name="Title - Top">
    <p:spTree>
      <p:nvGrpSpPr>
        <p:cNvPr id="1" name="Shape 30"/>
        <p:cNvGrpSpPr/>
        <p:nvPr/>
      </p:nvGrpSpPr>
      <p:grpSpPr>
        <a:xfrm>
          <a:off x="0" y="0"/>
          <a:ext cx="0" cy="0"/>
          <a:chOff x="0" y="0"/>
          <a:chExt cx="0" cy="0"/>
        </a:xfrm>
      </p:grpSpPr>
      <p:sp>
        <p:nvSpPr>
          <p:cNvPr id="31" name="Google Shape;31;p9"/>
          <p:cNvSpPr txBox="1">
            <a:spLocks noGrp="1"/>
          </p:cNvSpPr>
          <p:nvPr>
            <p:ph type="title"/>
          </p:nvPr>
        </p:nvSpPr>
        <p:spPr>
          <a:xfrm>
            <a:off x="1023193" y="636240"/>
            <a:ext cx="11923614" cy="2319239"/>
          </a:xfrm>
          <a:prstGeom prst="rect">
            <a:avLst/>
          </a:prstGeom>
          <a:noFill/>
          <a:ln>
            <a:noFill/>
          </a:ln>
        </p:spPr>
        <p:txBody>
          <a:bodyPr spcFirstLastPara="1" wrap="square" lIns="54550" tIns="54550" rIns="54550" bIns="54550" anchor="ctr" anchorCtr="0">
            <a:normAutofit/>
          </a:bodyPr>
          <a:lstStyle>
            <a:lvl1pPr lvl="0" algn="l">
              <a:lnSpc>
                <a:spcPct val="80000"/>
              </a:lnSpc>
              <a:spcBef>
                <a:spcPts val="0"/>
              </a:spcBef>
              <a:spcAft>
                <a:spcPts val="0"/>
              </a:spcAft>
              <a:buClr>
                <a:srgbClr val="585858"/>
              </a:buClr>
              <a:buSzPts val="1800"/>
              <a:buNone/>
              <a:defRPr/>
            </a:lvl1pPr>
            <a:lvl2pPr lvl="1" algn="l">
              <a:lnSpc>
                <a:spcPct val="80000"/>
              </a:lnSpc>
              <a:spcBef>
                <a:spcPts val="0"/>
              </a:spcBef>
              <a:spcAft>
                <a:spcPts val="0"/>
              </a:spcAft>
              <a:buClr>
                <a:srgbClr val="585858"/>
              </a:buClr>
              <a:buSzPts val="1800"/>
              <a:buNone/>
              <a:defRPr/>
            </a:lvl2pPr>
            <a:lvl3pPr lvl="2" algn="l">
              <a:lnSpc>
                <a:spcPct val="80000"/>
              </a:lnSpc>
              <a:spcBef>
                <a:spcPts val="0"/>
              </a:spcBef>
              <a:spcAft>
                <a:spcPts val="0"/>
              </a:spcAft>
              <a:buClr>
                <a:srgbClr val="585858"/>
              </a:buClr>
              <a:buSzPts val="1800"/>
              <a:buNone/>
              <a:defRPr/>
            </a:lvl3pPr>
            <a:lvl4pPr lvl="3" algn="l">
              <a:lnSpc>
                <a:spcPct val="80000"/>
              </a:lnSpc>
              <a:spcBef>
                <a:spcPts val="0"/>
              </a:spcBef>
              <a:spcAft>
                <a:spcPts val="0"/>
              </a:spcAft>
              <a:buClr>
                <a:srgbClr val="585858"/>
              </a:buClr>
              <a:buSzPts val="1800"/>
              <a:buNone/>
              <a:defRPr/>
            </a:lvl4pPr>
            <a:lvl5pPr lvl="4" algn="l">
              <a:lnSpc>
                <a:spcPct val="80000"/>
              </a:lnSpc>
              <a:spcBef>
                <a:spcPts val="0"/>
              </a:spcBef>
              <a:spcAft>
                <a:spcPts val="0"/>
              </a:spcAft>
              <a:buClr>
                <a:srgbClr val="585858"/>
              </a:buClr>
              <a:buSzPts val="1800"/>
              <a:buNone/>
              <a:defRPr/>
            </a:lvl5pPr>
            <a:lvl6pPr lvl="5" algn="l">
              <a:lnSpc>
                <a:spcPct val="80000"/>
              </a:lnSpc>
              <a:spcBef>
                <a:spcPts val="0"/>
              </a:spcBef>
              <a:spcAft>
                <a:spcPts val="0"/>
              </a:spcAft>
              <a:buClr>
                <a:srgbClr val="585858"/>
              </a:buClr>
              <a:buSzPts val="1800"/>
              <a:buNone/>
              <a:defRPr/>
            </a:lvl6pPr>
            <a:lvl7pPr lvl="6" algn="l">
              <a:lnSpc>
                <a:spcPct val="80000"/>
              </a:lnSpc>
              <a:spcBef>
                <a:spcPts val="0"/>
              </a:spcBef>
              <a:spcAft>
                <a:spcPts val="0"/>
              </a:spcAft>
              <a:buClr>
                <a:srgbClr val="585858"/>
              </a:buClr>
              <a:buSzPts val="1800"/>
              <a:buNone/>
              <a:defRPr/>
            </a:lvl7pPr>
            <a:lvl8pPr lvl="7" algn="l">
              <a:lnSpc>
                <a:spcPct val="80000"/>
              </a:lnSpc>
              <a:spcBef>
                <a:spcPts val="0"/>
              </a:spcBef>
              <a:spcAft>
                <a:spcPts val="0"/>
              </a:spcAft>
              <a:buClr>
                <a:srgbClr val="585858"/>
              </a:buClr>
              <a:buSzPts val="1800"/>
              <a:buNone/>
              <a:defRPr/>
            </a:lvl8pPr>
            <a:lvl9pPr lvl="8" algn="l">
              <a:lnSpc>
                <a:spcPct val="80000"/>
              </a:lnSpc>
              <a:spcBef>
                <a:spcPts val="0"/>
              </a:spcBef>
              <a:spcAft>
                <a:spcPts val="0"/>
              </a:spcAft>
              <a:buClr>
                <a:srgbClr val="585858"/>
              </a:buClr>
              <a:buSzPts val="1800"/>
              <a:buNone/>
              <a:defRPr/>
            </a:lvl9pPr>
          </a:lstStyle>
          <a:p>
            <a:endParaRPr/>
          </a:p>
        </p:txBody>
      </p:sp>
      <p:sp>
        <p:nvSpPr>
          <p:cNvPr id="32" name="Google Shape;32;p9"/>
          <p:cNvSpPr txBox="1">
            <a:spLocks noGrp="1"/>
          </p:cNvSpPr>
          <p:nvPr>
            <p:ph type="sldNum" idx="12"/>
          </p:nvPr>
        </p:nvSpPr>
        <p:spPr>
          <a:xfrm>
            <a:off x="6790156" y="10097368"/>
            <a:ext cx="376045" cy="388541"/>
          </a:xfrm>
          <a:prstGeom prst="rect">
            <a:avLst/>
          </a:prstGeom>
          <a:noFill/>
          <a:ln>
            <a:noFill/>
          </a:ln>
        </p:spPr>
        <p:txBody>
          <a:bodyPr spcFirstLastPara="1" wrap="square" lIns="54550" tIns="54550" rIns="54550" bIns="54550" anchor="t" anchorCtr="0">
            <a:spAutoFit/>
          </a:bodyPr>
          <a:lstStyle>
            <a:lvl1pPr marL="0" marR="0" lvl="0"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1pPr>
            <a:lvl2pPr marL="0" marR="0" lvl="1"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2pPr>
            <a:lvl3pPr marL="0" marR="0" lvl="2"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3pPr>
            <a:lvl4pPr marL="0" marR="0" lvl="3"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4pPr>
            <a:lvl5pPr marL="0" marR="0" lvl="4"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5pPr>
            <a:lvl6pPr marL="0" marR="0" lvl="5"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6pPr>
            <a:lvl7pPr marL="0" marR="0" lvl="6"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7pPr>
            <a:lvl8pPr marL="0" marR="0" lvl="7"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8pPr>
            <a:lvl9pPr marL="0" marR="0" lvl="8"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Bullets &amp; Photo">
  <p:cSld name="Title, Bullets &amp; Photo">
    <p:spTree>
      <p:nvGrpSpPr>
        <p:cNvPr id="1" name="Shape 33"/>
        <p:cNvGrpSpPr/>
        <p:nvPr/>
      </p:nvGrpSpPr>
      <p:grpSpPr>
        <a:xfrm>
          <a:off x="0" y="0"/>
          <a:ext cx="0" cy="0"/>
          <a:chOff x="0" y="0"/>
          <a:chExt cx="0" cy="0"/>
        </a:xfrm>
      </p:grpSpPr>
      <p:sp>
        <p:nvSpPr>
          <p:cNvPr id="34" name="Google Shape;34;p10"/>
          <p:cNvSpPr>
            <a:spLocks noGrp="1"/>
          </p:cNvSpPr>
          <p:nvPr>
            <p:ph type="pic" idx="2"/>
          </p:nvPr>
        </p:nvSpPr>
        <p:spPr>
          <a:xfrm>
            <a:off x="7216923" y="2955478"/>
            <a:ext cx="5729884" cy="6753077"/>
          </a:xfrm>
          <a:prstGeom prst="rect">
            <a:avLst/>
          </a:prstGeom>
          <a:noFill/>
          <a:ln>
            <a:noFill/>
          </a:ln>
        </p:spPr>
      </p:sp>
      <p:sp>
        <p:nvSpPr>
          <p:cNvPr id="35" name="Google Shape;35;p10"/>
          <p:cNvSpPr txBox="1">
            <a:spLocks noGrp="1"/>
          </p:cNvSpPr>
          <p:nvPr>
            <p:ph type="title"/>
          </p:nvPr>
        </p:nvSpPr>
        <p:spPr>
          <a:xfrm>
            <a:off x="1023193" y="636240"/>
            <a:ext cx="11923614" cy="2319239"/>
          </a:xfrm>
          <a:prstGeom prst="rect">
            <a:avLst/>
          </a:prstGeom>
          <a:noFill/>
          <a:ln>
            <a:noFill/>
          </a:ln>
        </p:spPr>
        <p:txBody>
          <a:bodyPr spcFirstLastPara="1" wrap="square" lIns="54550" tIns="54550" rIns="54550" bIns="54550" anchor="ctr" anchorCtr="0">
            <a:normAutofit/>
          </a:bodyPr>
          <a:lstStyle>
            <a:lvl1pPr lvl="0" algn="l">
              <a:lnSpc>
                <a:spcPct val="80000"/>
              </a:lnSpc>
              <a:spcBef>
                <a:spcPts val="0"/>
              </a:spcBef>
              <a:spcAft>
                <a:spcPts val="0"/>
              </a:spcAft>
              <a:buClr>
                <a:srgbClr val="585858"/>
              </a:buClr>
              <a:buSzPts val="1800"/>
              <a:buNone/>
              <a:defRPr/>
            </a:lvl1pPr>
            <a:lvl2pPr lvl="1" algn="l">
              <a:lnSpc>
                <a:spcPct val="80000"/>
              </a:lnSpc>
              <a:spcBef>
                <a:spcPts val="0"/>
              </a:spcBef>
              <a:spcAft>
                <a:spcPts val="0"/>
              </a:spcAft>
              <a:buClr>
                <a:srgbClr val="585858"/>
              </a:buClr>
              <a:buSzPts val="1800"/>
              <a:buNone/>
              <a:defRPr/>
            </a:lvl2pPr>
            <a:lvl3pPr lvl="2" algn="l">
              <a:lnSpc>
                <a:spcPct val="80000"/>
              </a:lnSpc>
              <a:spcBef>
                <a:spcPts val="0"/>
              </a:spcBef>
              <a:spcAft>
                <a:spcPts val="0"/>
              </a:spcAft>
              <a:buClr>
                <a:srgbClr val="585858"/>
              </a:buClr>
              <a:buSzPts val="1800"/>
              <a:buNone/>
              <a:defRPr/>
            </a:lvl3pPr>
            <a:lvl4pPr lvl="3" algn="l">
              <a:lnSpc>
                <a:spcPct val="80000"/>
              </a:lnSpc>
              <a:spcBef>
                <a:spcPts val="0"/>
              </a:spcBef>
              <a:spcAft>
                <a:spcPts val="0"/>
              </a:spcAft>
              <a:buClr>
                <a:srgbClr val="585858"/>
              </a:buClr>
              <a:buSzPts val="1800"/>
              <a:buNone/>
              <a:defRPr/>
            </a:lvl4pPr>
            <a:lvl5pPr lvl="4" algn="l">
              <a:lnSpc>
                <a:spcPct val="80000"/>
              </a:lnSpc>
              <a:spcBef>
                <a:spcPts val="0"/>
              </a:spcBef>
              <a:spcAft>
                <a:spcPts val="0"/>
              </a:spcAft>
              <a:buClr>
                <a:srgbClr val="585858"/>
              </a:buClr>
              <a:buSzPts val="1800"/>
              <a:buNone/>
              <a:defRPr/>
            </a:lvl5pPr>
            <a:lvl6pPr lvl="5" algn="l">
              <a:lnSpc>
                <a:spcPct val="80000"/>
              </a:lnSpc>
              <a:spcBef>
                <a:spcPts val="0"/>
              </a:spcBef>
              <a:spcAft>
                <a:spcPts val="0"/>
              </a:spcAft>
              <a:buClr>
                <a:srgbClr val="585858"/>
              </a:buClr>
              <a:buSzPts val="1800"/>
              <a:buNone/>
              <a:defRPr/>
            </a:lvl6pPr>
            <a:lvl7pPr lvl="6" algn="l">
              <a:lnSpc>
                <a:spcPct val="80000"/>
              </a:lnSpc>
              <a:spcBef>
                <a:spcPts val="0"/>
              </a:spcBef>
              <a:spcAft>
                <a:spcPts val="0"/>
              </a:spcAft>
              <a:buClr>
                <a:srgbClr val="585858"/>
              </a:buClr>
              <a:buSzPts val="1800"/>
              <a:buNone/>
              <a:defRPr/>
            </a:lvl7pPr>
            <a:lvl8pPr lvl="7" algn="l">
              <a:lnSpc>
                <a:spcPct val="80000"/>
              </a:lnSpc>
              <a:spcBef>
                <a:spcPts val="0"/>
              </a:spcBef>
              <a:spcAft>
                <a:spcPts val="0"/>
              </a:spcAft>
              <a:buClr>
                <a:srgbClr val="585858"/>
              </a:buClr>
              <a:buSzPts val="1800"/>
              <a:buNone/>
              <a:defRPr/>
            </a:lvl8pPr>
            <a:lvl9pPr lvl="8" algn="l">
              <a:lnSpc>
                <a:spcPct val="80000"/>
              </a:lnSpc>
              <a:spcBef>
                <a:spcPts val="0"/>
              </a:spcBef>
              <a:spcAft>
                <a:spcPts val="0"/>
              </a:spcAft>
              <a:buClr>
                <a:srgbClr val="585858"/>
              </a:buClr>
              <a:buSzPts val="1800"/>
              <a:buNone/>
              <a:defRPr/>
            </a:lvl9pPr>
          </a:lstStyle>
          <a:p>
            <a:endParaRPr/>
          </a:p>
        </p:txBody>
      </p:sp>
      <p:sp>
        <p:nvSpPr>
          <p:cNvPr id="36" name="Google Shape;36;p10"/>
          <p:cNvSpPr txBox="1">
            <a:spLocks noGrp="1"/>
          </p:cNvSpPr>
          <p:nvPr>
            <p:ph type="body" idx="1"/>
          </p:nvPr>
        </p:nvSpPr>
        <p:spPr>
          <a:xfrm>
            <a:off x="1023193" y="2955478"/>
            <a:ext cx="5729884" cy="6753077"/>
          </a:xfrm>
          <a:prstGeom prst="rect">
            <a:avLst/>
          </a:prstGeom>
          <a:noFill/>
          <a:ln>
            <a:noFill/>
          </a:ln>
        </p:spPr>
        <p:txBody>
          <a:bodyPr spcFirstLastPara="1" wrap="square" lIns="54550" tIns="54550" rIns="54550" bIns="54550" anchor="ctr" anchorCtr="0">
            <a:normAutofit/>
          </a:bodyPr>
          <a:lstStyle>
            <a:lvl1pPr marL="457200" lvl="0" indent="-285750" algn="l">
              <a:lnSpc>
                <a:spcPct val="80000"/>
              </a:lnSpc>
              <a:spcBef>
                <a:spcPts val="0"/>
              </a:spcBef>
              <a:spcAft>
                <a:spcPts val="0"/>
              </a:spcAft>
              <a:buClr>
                <a:srgbClr val="000000"/>
              </a:buClr>
              <a:buSzPts val="900"/>
              <a:buFont typeface="Arial"/>
              <a:buChar char="•"/>
              <a:defRPr b="1"/>
            </a:lvl1pPr>
            <a:lvl2pPr marL="914400" lvl="1" indent="-285750" algn="l">
              <a:lnSpc>
                <a:spcPct val="80000"/>
              </a:lnSpc>
              <a:spcBef>
                <a:spcPts val="0"/>
              </a:spcBef>
              <a:spcAft>
                <a:spcPts val="0"/>
              </a:spcAft>
              <a:buClr>
                <a:srgbClr val="000000"/>
              </a:buClr>
              <a:buSzPts val="900"/>
              <a:buFont typeface="Arial"/>
              <a:buChar char="•"/>
              <a:defRPr b="1"/>
            </a:lvl2pPr>
            <a:lvl3pPr marL="1371600" lvl="2" indent="-285750" algn="l">
              <a:lnSpc>
                <a:spcPct val="80000"/>
              </a:lnSpc>
              <a:spcBef>
                <a:spcPts val="0"/>
              </a:spcBef>
              <a:spcAft>
                <a:spcPts val="0"/>
              </a:spcAft>
              <a:buClr>
                <a:srgbClr val="000000"/>
              </a:buClr>
              <a:buSzPts val="900"/>
              <a:buFont typeface="Arial"/>
              <a:buChar char="•"/>
              <a:defRPr b="1"/>
            </a:lvl3pPr>
            <a:lvl4pPr marL="1828800" lvl="3" indent="-285750" algn="l">
              <a:lnSpc>
                <a:spcPct val="80000"/>
              </a:lnSpc>
              <a:spcBef>
                <a:spcPts val="0"/>
              </a:spcBef>
              <a:spcAft>
                <a:spcPts val="0"/>
              </a:spcAft>
              <a:buClr>
                <a:srgbClr val="000000"/>
              </a:buClr>
              <a:buSzPts val="900"/>
              <a:buFont typeface="Arial"/>
              <a:buChar char="•"/>
              <a:defRPr b="1"/>
            </a:lvl4pPr>
            <a:lvl5pPr marL="2286000" lvl="4" indent="-285750" algn="l">
              <a:lnSpc>
                <a:spcPct val="80000"/>
              </a:lnSpc>
              <a:spcBef>
                <a:spcPts val="0"/>
              </a:spcBef>
              <a:spcAft>
                <a:spcPts val="0"/>
              </a:spcAft>
              <a:buClr>
                <a:srgbClr val="000000"/>
              </a:buClr>
              <a:buSzPts val="900"/>
              <a:buFont typeface="Arial"/>
              <a:buChar char="•"/>
              <a:defRPr b="1"/>
            </a:lvl5pPr>
            <a:lvl6pPr marL="2743200" lvl="5" indent="-314325" algn="l">
              <a:lnSpc>
                <a:spcPct val="80000"/>
              </a:lnSpc>
              <a:spcBef>
                <a:spcPts val="0"/>
              </a:spcBef>
              <a:spcAft>
                <a:spcPts val="0"/>
              </a:spcAft>
              <a:buClr>
                <a:srgbClr val="000000"/>
              </a:buClr>
              <a:buSzPts val="1350"/>
              <a:buChar char="•"/>
              <a:defRPr/>
            </a:lvl6pPr>
            <a:lvl7pPr marL="3200400" lvl="6" indent="-314325" algn="l">
              <a:lnSpc>
                <a:spcPct val="80000"/>
              </a:lnSpc>
              <a:spcBef>
                <a:spcPts val="0"/>
              </a:spcBef>
              <a:spcAft>
                <a:spcPts val="0"/>
              </a:spcAft>
              <a:buClr>
                <a:srgbClr val="000000"/>
              </a:buClr>
              <a:buSzPts val="1350"/>
              <a:buChar char="•"/>
              <a:defRPr/>
            </a:lvl7pPr>
            <a:lvl8pPr marL="3657600" lvl="7" indent="-314325" algn="l">
              <a:lnSpc>
                <a:spcPct val="80000"/>
              </a:lnSpc>
              <a:spcBef>
                <a:spcPts val="0"/>
              </a:spcBef>
              <a:spcAft>
                <a:spcPts val="0"/>
              </a:spcAft>
              <a:buClr>
                <a:srgbClr val="000000"/>
              </a:buClr>
              <a:buSzPts val="1350"/>
              <a:buChar char="•"/>
              <a:defRPr/>
            </a:lvl8pPr>
            <a:lvl9pPr marL="4114800" lvl="8" indent="-314325" algn="l">
              <a:lnSpc>
                <a:spcPct val="80000"/>
              </a:lnSpc>
              <a:spcBef>
                <a:spcPts val="0"/>
              </a:spcBef>
              <a:spcAft>
                <a:spcPts val="0"/>
              </a:spcAft>
              <a:buClr>
                <a:srgbClr val="000000"/>
              </a:buClr>
              <a:buSzPts val="1350"/>
              <a:buChar char="•"/>
              <a:defRPr/>
            </a:lvl9pPr>
          </a:lstStyle>
          <a:p>
            <a:endParaRPr/>
          </a:p>
        </p:txBody>
      </p:sp>
      <p:sp>
        <p:nvSpPr>
          <p:cNvPr id="37" name="Google Shape;37;p10"/>
          <p:cNvSpPr txBox="1">
            <a:spLocks noGrp="1"/>
          </p:cNvSpPr>
          <p:nvPr>
            <p:ph type="sldNum" idx="12"/>
          </p:nvPr>
        </p:nvSpPr>
        <p:spPr>
          <a:xfrm>
            <a:off x="6790156" y="10097368"/>
            <a:ext cx="376045" cy="388541"/>
          </a:xfrm>
          <a:prstGeom prst="rect">
            <a:avLst/>
          </a:prstGeom>
          <a:noFill/>
          <a:ln>
            <a:noFill/>
          </a:ln>
        </p:spPr>
        <p:txBody>
          <a:bodyPr spcFirstLastPara="1" wrap="square" lIns="54550" tIns="54550" rIns="54550" bIns="54550" anchor="t" anchorCtr="0">
            <a:spAutoFit/>
          </a:bodyPr>
          <a:lstStyle>
            <a:lvl1pPr marL="0" marR="0" lvl="0"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1pPr>
            <a:lvl2pPr marL="0" marR="0" lvl="1"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2pPr>
            <a:lvl3pPr marL="0" marR="0" lvl="2"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3pPr>
            <a:lvl4pPr marL="0" marR="0" lvl="3"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4pPr>
            <a:lvl5pPr marL="0" marR="0" lvl="4"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5pPr>
            <a:lvl6pPr marL="0" marR="0" lvl="5"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6pPr>
            <a:lvl7pPr marL="0" marR="0" lvl="6"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7pPr>
            <a:lvl8pPr marL="0" marR="0" lvl="7"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8pPr>
            <a:lvl9pPr marL="0" marR="0" lvl="8"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ullets">
  <p:cSld name="Bullets">
    <p:spTree>
      <p:nvGrpSpPr>
        <p:cNvPr id="1" name="Shape 38"/>
        <p:cNvGrpSpPr/>
        <p:nvPr/>
      </p:nvGrpSpPr>
      <p:grpSpPr>
        <a:xfrm>
          <a:off x="0" y="0"/>
          <a:ext cx="0" cy="0"/>
          <a:chOff x="0" y="0"/>
          <a:chExt cx="0" cy="0"/>
        </a:xfrm>
      </p:grpSpPr>
      <p:sp>
        <p:nvSpPr>
          <p:cNvPr id="39" name="Google Shape;39;p11"/>
          <p:cNvSpPr txBox="1">
            <a:spLocks noGrp="1"/>
          </p:cNvSpPr>
          <p:nvPr>
            <p:ph type="body" idx="1"/>
          </p:nvPr>
        </p:nvSpPr>
        <p:spPr>
          <a:xfrm>
            <a:off x="1023193" y="1523007"/>
            <a:ext cx="11923614" cy="7748986"/>
          </a:xfrm>
          <a:prstGeom prst="rect">
            <a:avLst/>
          </a:prstGeom>
          <a:noFill/>
          <a:ln>
            <a:noFill/>
          </a:ln>
        </p:spPr>
        <p:txBody>
          <a:bodyPr spcFirstLastPara="1" wrap="square" lIns="54550" tIns="54550" rIns="54550" bIns="54550" anchor="ctr" anchorCtr="0">
            <a:normAutofit/>
          </a:bodyPr>
          <a:lstStyle>
            <a:lvl1pPr marL="457200" lvl="0" indent="-314325" algn="l">
              <a:lnSpc>
                <a:spcPct val="80000"/>
              </a:lnSpc>
              <a:spcBef>
                <a:spcPts val="0"/>
              </a:spcBef>
              <a:spcAft>
                <a:spcPts val="0"/>
              </a:spcAft>
              <a:buClr>
                <a:srgbClr val="000000"/>
              </a:buClr>
              <a:buSzPts val="1350"/>
              <a:buChar char="•"/>
              <a:defRPr/>
            </a:lvl1pPr>
            <a:lvl2pPr marL="914400" lvl="1" indent="-314325" algn="l">
              <a:lnSpc>
                <a:spcPct val="80000"/>
              </a:lnSpc>
              <a:spcBef>
                <a:spcPts val="0"/>
              </a:spcBef>
              <a:spcAft>
                <a:spcPts val="0"/>
              </a:spcAft>
              <a:buClr>
                <a:srgbClr val="000000"/>
              </a:buClr>
              <a:buSzPts val="1350"/>
              <a:buChar char="•"/>
              <a:defRPr/>
            </a:lvl2pPr>
            <a:lvl3pPr marL="1371600" lvl="2" indent="-314325" algn="l">
              <a:lnSpc>
                <a:spcPct val="80000"/>
              </a:lnSpc>
              <a:spcBef>
                <a:spcPts val="0"/>
              </a:spcBef>
              <a:spcAft>
                <a:spcPts val="0"/>
              </a:spcAft>
              <a:buClr>
                <a:srgbClr val="000000"/>
              </a:buClr>
              <a:buSzPts val="1350"/>
              <a:buChar char="•"/>
              <a:defRPr/>
            </a:lvl3pPr>
            <a:lvl4pPr marL="1828800" lvl="3" indent="-314325" algn="l">
              <a:lnSpc>
                <a:spcPct val="80000"/>
              </a:lnSpc>
              <a:spcBef>
                <a:spcPts val="0"/>
              </a:spcBef>
              <a:spcAft>
                <a:spcPts val="0"/>
              </a:spcAft>
              <a:buClr>
                <a:srgbClr val="000000"/>
              </a:buClr>
              <a:buSzPts val="1350"/>
              <a:buChar char="•"/>
              <a:defRPr/>
            </a:lvl4pPr>
            <a:lvl5pPr marL="2286000" lvl="4" indent="-314325" algn="l">
              <a:lnSpc>
                <a:spcPct val="80000"/>
              </a:lnSpc>
              <a:spcBef>
                <a:spcPts val="0"/>
              </a:spcBef>
              <a:spcAft>
                <a:spcPts val="0"/>
              </a:spcAft>
              <a:buClr>
                <a:srgbClr val="000000"/>
              </a:buClr>
              <a:buSzPts val="1350"/>
              <a:buChar char="•"/>
              <a:defRPr/>
            </a:lvl5pPr>
            <a:lvl6pPr marL="2743200" lvl="5" indent="-314325" algn="l">
              <a:lnSpc>
                <a:spcPct val="80000"/>
              </a:lnSpc>
              <a:spcBef>
                <a:spcPts val="0"/>
              </a:spcBef>
              <a:spcAft>
                <a:spcPts val="0"/>
              </a:spcAft>
              <a:buClr>
                <a:srgbClr val="000000"/>
              </a:buClr>
              <a:buSzPts val="1350"/>
              <a:buChar char="•"/>
              <a:defRPr/>
            </a:lvl6pPr>
            <a:lvl7pPr marL="3200400" lvl="6" indent="-314325" algn="l">
              <a:lnSpc>
                <a:spcPct val="80000"/>
              </a:lnSpc>
              <a:spcBef>
                <a:spcPts val="0"/>
              </a:spcBef>
              <a:spcAft>
                <a:spcPts val="0"/>
              </a:spcAft>
              <a:buClr>
                <a:srgbClr val="000000"/>
              </a:buClr>
              <a:buSzPts val="1350"/>
              <a:buChar char="•"/>
              <a:defRPr/>
            </a:lvl7pPr>
            <a:lvl8pPr marL="3657600" lvl="7" indent="-314325" algn="l">
              <a:lnSpc>
                <a:spcPct val="80000"/>
              </a:lnSpc>
              <a:spcBef>
                <a:spcPts val="0"/>
              </a:spcBef>
              <a:spcAft>
                <a:spcPts val="0"/>
              </a:spcAft>
              <a:buClr>
                <a:srgbClr val="000000"/>
              </a:buClr>
              <a:buSzPts val="1350"/>
              <a:buChar char="•"/>
              <a:defRPr/>
            </a:lvl8pPr>
            <a:lvl9pPr marL="4114800" lvl="8" indent="-314325" algn="l">
              <a:lnSpc>
                <a:spcPct val="80000"/>
              </a:lnSpc>
              <a:spcBef>
                <a:spcPts val="0"/>
              </a:spcBef>
              <a:spcAft>
                <a:spcPts val="0"/>
              </a:spcAft>
              <a:buClr>
                <a:srgbClr val="000000"/>
              </a:buClr>
              <a:buSzPts val="1350"/>
              <a:buChar char="•"/>
              <a:defRPr/>
            </a:lvl9pPr>
          </a:lstStyle>
          <a:p>
            <a:endParaRPr/>
          </a:p>
        </p:txBody>
      </p:sp>
      <p:sp>
        <p:nvSpPr>
          <p:cNvPr id="40" name="Google Shape;40;p11"/>
          <p:cNvSpPr txBox="1">
            <a:spLocks noGrp="1"/>
          </p:cNvSpPr>
          <p:nvPr>
            <p:ph type="sldNum" idx="12"/>
          </p:nvPr>
        </p:nvSpPr>
        <p:spPr>
          <a:xfrm>
            <a:off x="6790156" y="10097368"/>
            <a:ext cx="376045" cy="388541"/>
          </a:xfrm>
          <a:prstGeom prst="rect">
            <a:avLst/>
          </a:prstGeom>
          <a:noFill/>
          <a:ln>
            <a:noFill/>
          </a:ln>
        </p:spPr>
        <p:txBody>
          <a:bodyPr spcFirstLastPara="1" wrap="square" lIns="54550" tIns="54550" rIns="54550" bIns="54550" anchor="t" anchorCtr="0">
            <a:spAutoFit/>
          </a:bodyPr>
          <a:lstStyle>
            <a:lvl1pPr marL="0" marR="0" lvl="0"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1pPr>
            <a:lvl2pPr marL="0" marR="0" lvl="1"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2pPr>
            <a:lvl3pPr marL="0" marR="0" lvl="2"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3pPr>
            <a:lvl4pPr marL="0" marR="0" lvl="3"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4pPr>
            <a:lvl5pPr marL="0" marR="0" lvl="4"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5pPr>
            <a:lvl6pPr marL="0" marR="0" lvl="5"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6pPr>
            <a:lvl7pPr marL="0" marR="0" lvl="6"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7pPr>
            <a:lvl8pPr marL="0" marR="0" lvl="7"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8pPr>
            <a:lvl9pPr marL="0" marR="0" lvl="8"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hoto - 3 Up">
  <p:cSld name="Photo - 3 Up">
    <p:spTree>
      <p:nvGrpSpPr>
        <p:cNvPr id="1" name="Shape 41"/>
        <p:cNvGrpSpPr/>
        <p:nvPr/>
      </p:nvGrpSpPr>
      <p:grpSpPr>
        <a:xfrm>
          <a:off x="0" y="0"/>
          <a:ext cx="0" cy="0"/>
          <a:chOff x="0" y="0"/>
          <a:chExt cx="0" cy="0"/>
        </a:xfrm>
      </p:grpSpPr>
      <p:sp>
        <p:nvSpPr>
          <p:cNvPr id="42" name="Google Shape;42;p12"/>
          <p:cNvSpPr>
            <a:spLocks noGrp="1"/>
          </p:cNvSpPr>
          <p:nvPr>
            <p:ph type="pic" idx="2"/>
          </p:nvPr>
        </p:nvSpPr>
        <p:spPr>
          <a:xfrm>
            <a:off x="1023193" y="1113730"/>
            <a:ext cx="5729884" cy="8567540"/>
          </a:xfrm>
          <a:prstGeom prst="rect">
            <a:avLst/>
          </a:prstGeom>
          <a:noFill/>
          <a:ln>
            <a:noFill/>
          </a:ln>
        </p:spPr>
      </p:sp>
      <p:sp>
        <p:nvSpPr>
          <p:cNvPr id="43" name="Google Shape;43;p12"/>
          <p:cNvSpPr>
            <a:spLocks noGrp="1"/>
          </p:cNvSpPr>
          <p:nvPr>
            <p:ph type="pic" idx="3"/>
          </p:nvPr>
        </p:nvSpPr>
        <p:spPr>
          <a:xfrm>
            <a:off x="7216923" y="5629423"/>
            <a:ext cx="5729884" cy="4051847"/>
          </a:xfrm>
          <a:prstGeom prst="rect">
            <a:avLst/>
          </a:prstGeom>
          <a:noFill/>
          <a:ln>
            <a:noFill/>
          </a:ln>
        </p:spPr>
      </p:sp>
      <p:sp>
        <p:nvSpPr>
          <p:cNvPr id="44" name="Google Shape;44;p12"/>
          <p:cNvSpPr>
            <a:spLocks noGrp="1"/>
          </p:cNvSpPr>
          <p:nvPr>
            <p:ph type="pic" idx="4"/>
          </p:nvPr>
        </p:nvSpPr>
        <p:spPr>
          <a:xfrm>
            <a:off x="7223603" y="1113730"/>
            <a:ext cx="5729884" cy="4051847"/>
          </a:xfrm>
          <a:prstGeom prst="rect">
            <a:avLst/>
          </a:prstGeom>
          <a:noFill/>
          <a:ln>
            <a:noFill/>
          </a:ln>
        </p:spPr>
      </p:sp>
      <p:sp>
        <p:nvSpPr>
          <p:cNvPr id="45" name="Google Shape;45;p12"/>
          <p:cNvSpPr txBox="1">
            <a:spLocks noGrp="1"/>
          </p:cNvSpPr>
          <p:nvPr>
            <p:ph type="sldNum" idx="12"/>
          </p:nvPr>
        </p:nvSpPr>
        <p:spPr>
          <a:xfrm>
            <a:off x="6790156" y="10097368"/>
            <a:ext cx="376045" cy="388541"/>
          </a:xfrm>
          <a:prstGeom prst="rect">
            <a:avLst/>
          </a:prstGeom>
          <a:noFill/>
          <a:ln>
            <a:noFill/>
          </a:ln>
        </p:spPr>
        <p:txBody>
          <a:bodyPr spcFirstLastPara="1" wrap="square" lIns="54550" tIns="54550" rIns="54550" bIns="54550" anchor="t" anchorCtr="0">
            <a:spAutoFit/>
          </a:bodyPr>
          <a:lstStyle>
            <a:lvl1pPr marL="0" marR="0" lvl="0"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1pPr>
            <a:lvl2pPr marL="0" marR="0" lvl="1"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2pPr>
            <a:lvl3pPr marL="0" marR="0" lvl="2"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3pPr>
            <a:lvl4pPr marL="0" marR="0" lvl="3"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4pPr>
            <a:lvl5pPr marL="0" marR="0" lvl="4"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5pPr>
            <a:lvl6pPr marL="0" marR="0" lvl="5"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6pPr>
            <a:lvl7pPr marL="0" marR="0" lvl="6"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7pPr>
            <a:lvl8pPr marL="0" marR="0" lvl="7"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8pPr>
            <a:lvl9pPr marL="0" marR="0" lvl="8"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Quote">
  <p:cSld name="Quote">
    <p:spTree>
      <p:nvGrpSpPr>
        <p:cNvPr id="1" name="Shape 46"/>
        <p:cNvGrpSpPr/>
        <p:nvPr/>
      </p:nvGrpSpPr>
      <p:grpSpPr>
        <a:xfrm>
          <a:off x="0" y="0"/>
          <a:ext cx="0" cy="0"/>
          <a:chOff x="0" y="0"/>
          <a:chExt cx="0" cy="0"/>
        </a:xfrm>
      </p:grpSpPr>
      <p:sp>
        <p:nvSpPr>
          <p:cNvPr id="47" name="Google Shape;47;p13"/>
          <p:cNvSpPr txBox="1">
            <a:spLocks noGrp="1"/>
          </p:cNvSpPr>
          <p:nvPr>
            <p:ph type="body" idx="1"/>
          </p:nvPr>
        </p:nvSpPr>
        <p:spPr>
          <a:xfrm>
            <a:off x="1364257" y="6993681"/>
            <a:ext cx="11241486" cy="508001"/>
          </a:xfrm>
          <a:prstGeom prst="rect">
            <a:avLst/>
          </a:prstGeom>
          <a:noFill/>
          <a:ln>
            <a:noFill/>
          </a:ln>
        </p:spPr>
        <p:txBody>
          <a:bodyPr spcFirstLastPara="1" wrap="square" lIns="54550" tIns="54550" rIns="54550" bIns="54550" anchor="t" anchorCtr="0">
            <a:spAutoFit/>
          </a:bodyPr>
          <a:lstStyle>
            <a:lvl1pPr marL="457200" lvl="0" indent="-228600" algn="r">
              <a:lnSpc>
                <a:spcPct val="90000"/>
              </a:lnSpc>
              <a:spcBef>
                <a:spcPts val="0"/>
              </a:spcBef>
              <a:spcAft>
                <a:spcPts val="0"/>
              </a:spcAft>
              <a:buClr>
                <a:srgbClr val="000000"/>
              </a:buClr>
              <a:buSzPts val="900"/>
              <a:buFont typeface="Arial"/>
              <a:buNone/>
              <a:defRPr sz="900"/>
            </a:lvl1pPr>
            <a:lvl2pPr marL="914400" lvl="1" indent="-314325" algn="l">
              <a:lnSpc>
                <a:spcPct val="80000"/>
              </a:lnSpc>
              <a:spcBef>
                <a:spcPts val="0"/>
              </a:spcBef>
              <a:spcAft>
                <a:spcPts val="0"/>
              </a:spcAft>
              <a:buClr>
                <a:srgbClr val="000000"/>
              </a:buClr>
              <a:buSzPts val="1350"/>
              <a:buChar char="•"/>
              <a:defRPr/>
            </a:lvl2pPr>
            <a:lvl3pPr marL="1371600" lvl="2" indent="-314325" algn="l">
              <a:lnSpc>
                <a:spcPct val="80000"/>
              </a:lnSpc>
              <a:spcBef>
                <a:spcPts val="0"/>
              </a:spcBef>
              <a:spcAft>
                <a:spcPts val="0"/>
              </a:spcAft>
              <a:buClr>
                <a:srgbClr val="000000"/>
              </a:buClr>
              <a:buSzPts val="1350"/>
              <a:buChar char="•"/>
              <a:defRPr/>
            </a:lvl3pPr>
            <a:lvl4pPr marL="1828800" lvl="3" indent="-314325" algn="l">
              <a:lnSpc>
                <a:spcPct val="80000"/>
              </a:lnSpc>
              <a:spcBef>
                <a:spcPts val="0"/>
              </a:spcBef>
              <a:spcAft>
                <a:spcPts val="0"/>
              </a:spcAft>
              <a:buClr>
                <a:srgbClr val="000000"/>
              </a:buClr>
              <a:buSzPts val="1350"/>
              <a:buChar char="•"/>
              <a:defRPr/>
            </a:lvl4pPr>
            <a:lvl5pPr marL="2286000" lvl="4" indent="-314325" algn="l">
              <a:lnSpc>
                <a:spcPct val="80000"/>
              </a:lnSpc>
              <a:spcBef>
                <a:spcPts val="0"/>
              </a:spcBef>
              <a:spcAft>
                <a:spcPts val="0"/>
              </a:spcAft>
              <a:buClr>
                <a:srgbClr val="000000"/>
              </a:buClr>
              <a:buSzPts val="1350"/>
              <a:buChar char="•"/>
              <a:defRPr/>
            </a:lvl5pPr>
            <a:lvl6pPr marL="2743200" lvl="5" indent="-314325" algn="l">
              <a:lnSpc>
                <a:spcPct val="80000"/>
              </a:lnSpc>
              <a:spcBef>
                <a:spcPts val="0"/>
              </a:spcBef>
              <a:spcAft>
                <a:spcPts val="0"/>
              </a:spcAft>
              <a:buClr>
                <a:srgbClr val="000000"/>
              </a:buClr>
              <a:buSzPts val="1350"/>
              <a:buChar char="•"/>
              <a:defRPr/>
            </a:lvl6pPr>
            <a:lvl7pPr marL="3200400" lvl="6" indent="-314325" algn="l">
              <a:lnSpc>
                <a:spcPct val="80000"/>
              </a:lnSpc>
              <a:spcBef>
                <a:spcPts val="0"/>
              </a:spcBef>
              <a:spcAft>
                <a:spcPts val="0"/>
              </a:spcAft>
              <a:buClr>
                <a:srgbClr val="000000"/>
              </a:buClr>
              <a:buSzPts val="1350"/>
              <a:buChar char="•"/>
              <a:defRPr/>
            </a:lvl7pPr>
            <a:lvl8pPr marL="3657600" lvl="7" indent="-314325" algn="l">
              <a:lnSpc>
                <a:spcPct val="80000"/>
              </a:lnSpc>
              <a:spcBef>
                <a:spcPts val="0"/>
              </a:spcBef>
              <a:spcAft>
                <a:spcPts val="0"/>
              </a:spcAft>
              <a:buClr>
                <a:srgbClr val="000000"/>
              </a:buClr>
              <a:buSzPts val="1350"/>
              <a:buChar char="•"/>
              <a:defRPr/>
            </a:lvl8pPr>
            <a:lvl9pPr marL="4114800" lvl="8" indent="-314325" algn="l">
              <a:lnSpc>
                <a:spcPct val="80000"/>
              </a:lnSpc>
              <a:spcBef>
                <a:spcPts val="0"/>
              </a:spcBef>
              <a:spcAft>
                <a:spcPts val="0"/>
              </a:spcAft>
              <a:buClr>
                <a:srgbClr val="000000"/>
              </a:buClr>
              <a:buSzPts val="1350"/>
              <a:buChar char="•"/>
              <a:defRPr/>
            </a:lvl9pPr>
          </a:lstStyle>
          <a:p>
            <a:endParaRPr/>
          </a:p>
        </p:txBody>
      </p:sp>
      <p:sp>
        <p:nvSpPr>
          <p:cNvPr id="48" name="Google Shape;48;p13"/>
          <p:cNvSpPr txBox="1">
            <a:spLocks noGrp="1"/>
          </p:cNvSpPr>
          <p:nvPr>
            <p:ph type="body" idx="2"/>
          </p:nvPr>
        </p:nvSpPr>
        <p:spPr>
          <a:xfrm>
            <a:off x="1364257" y="4742656"/>
            <a:ext cx="11241486" cy="736700"/>
          </a:xfrm>
          <a:prstGeom prst="rect">
            <a:avLst/>
          </a:prstGeom>
          <a:noFill/>
          <a:ln>
            <a:noFill/>
          </a:ln>
        </p:spPr>
        <p:txBody>
          <a:bodyPr spcFirstLastPara="1" wrap="square" lIns="54550" tIns="54550" rIns="54550" bIns="54550" anchor="ctr" anchorCtr="0">
            <a:spAutoFit/>
          </a:bodyPr>
          <a:lstStyle>
            <a:lvl1pPr marL="457200" lvl="0" indent="-228600" algn="l">
              <a:lnSpc>
                <a:spcPct val="80000"/>
              </a:lnSpc>
              <a:spcBef>
                <a:spcPts val="0"/>
              </a:spcBef>
              <a:spcAft>
                <a:spcPts val="0"/>
              </a:spcAft>
              <a:buClr>
                <a:srgbClr val="000000"/>
              </a:buClr>
              <a:buSzPts val="1800"/>
              <a:buNone/>
              <a:defRPr/>
            </a:lvl1pPr>
            <a:lvl2pPr marL="914400" lvl="1" indent="-314325" algn="l">
              <a:lnSpc>
                <a:spcPct val="80000"/>
              </a:lnSpc>
              <a:spcBef>
                <a:spcPts val="0"/>
              </a:spcBef>
              <a:spcAft>
                <a:spcPts val="0"/>
              </a:spcAft>
              <a:buClr>
                <a:srgbClr val="000000"/>
              </a:buClr>
              <a:buSzPts val="1350"/>
              <a:buChar char="•"/>
              <a:defRPr/>
            </a:lvl2pPr>
            <a:lvl3pPr marL="1371600" lvl="2" indent="-314325" algn="l">
              <a:lnSpc>
                <a:spcPct val="80000"/>
              </a:lnSpc>
              <a:spcBef>
                <a:spcPts val="0"/>
              </a:spcBef>
              <a:spcAft>
                <a:spcPts val="0"/>
              </a:spcAft>
              <a:buClr>
                <a:srgbClr val="000000"/>
              </a:buClr>
              <a:buSzPts val="1350"/>
              <a:buChar char="•"/>
              <a:defRPr/>
            </a:lvl3pPr>
            <a:lvl4pPr marL="1828800" lvl="3" indent="-314325" algn="l">
              <a:lnSpc>
                <a:spcPct val="80000"/>
              </a:lnSpc>
              <a:spcBef>
                <a:spcPts val="0"/>
              </a:spcBef>
              <a:spcAft>
                <a:spcPts val="0"/>
              </a:spcAft>
              <a:buClr>
                <a:srgbClr val="000000"/>
              </a:buClr>
              <a:buSzPts val="1350"/>
              <a:buChar char="•"/>
              <a:defRPr/>
            </a:lvl4pPr>
            <a:lvl5pPr marL="2286000" lvl="4" indent="-314325" algn="l">
              <a:lnSpc>
                <a:spcPct val="80000"/>
              </a:lnSpc>
              <a:spcBef>
                <a:spcPts val="0"/>
              </a:spcBef>
              <a:spcAft>
                <a:spcPts val="0"/>
              </a:spcAft>
              <a:buClr>
                <a:srgbClr val="000000"/>
              </a:buClr>
              <a:buSzPts val="1350"/>
              <a:buChar char="•"/>
              <a:defRPr/>
            </a:lvl5pPr>
            <a:lvl6pPr marL="2743200" lvl="5" indent="-314325" algn="l">
              <a:lnSpc>
                <a:spcPct val="80000"/>
              </a:lnSpc>
              <a:spcBef>
                <a:spcPts val="0"/>
              </a:spcBef>
              <a:spcAft>
                <a:spcPts val="0"/>
              </a:spcAft>
              <a:buClr>
                <a:srgbClr val="000000"/>
              </a:buClr>
              <a:buSzPts val="1350"/>
              <a:buChar char="•"/>
              <a:defRPr/>
            </a:lvl6pPr>
            <a:lvl7pPr marL="3200400" lvl="6" indent="-314325" algn="l">
              <a:lnSpc>
                <a:spcPct val="80000"/>
              </a:lnSpc>
              <a:spcBef>
                <a:spcPts val="0"/>
              </a:spcBef>
              <a:spcAft>
                <a:spcPts val="0"/>
              </a:spcAft>
              <a:buClr>
                <a:srgbClr val="000000"/>
              </a:buClr>
              <a:buSzPts val="1350"/>
              <a:buChar char="•"/>
              <a:defRPr/>
            </a:lvl7pPr>
            <a:lvl8pPr marL="3657600" lvl="7" indent="-314325" algn="l">
              <a:lnSpc>
                <a:spcPct val="80000"/>
              </a:lnSpc>
              <a:spcBef>
                <a:spcPts val="0"/>
              </a:spcBef>
              <a:spcAft>
                <a:spcPts val="0"/>
              </a:spcAft>
              <a:buClr>
                <a:srgbClr val="000000"/>
              </a:buClr>
              <a:buSzPts val="1350"/>
              <a:buChar char="•"/>
              <a:defRPr/>
            </a:lvl8pPr>
            <a:lvl9pPr marL="4114800" lvl="8" indent="-314325" algn="l">
              <a:lnSpc>
                <a:spcPct val="80000"/>
              </a:lnSpc>
              <a:spcBef>
                <a:spcPts val="0"/>
              </a:spcBef>
              <a:spcAft>
                <a:spcPts val="0"/>
              </a:spcAft>
              <a:buClr>
                <a:srgbClr val="000000"/>
              </a:buClr>
              <a:buSzPts val="1350"/>
              <a:buChar char="•"/>
              <a:defRPr/>
            </a:lvl9pPr>
          </a:lstStyle>
          <a:p>
            <a:endParaRPr/>
          </a:p>
        </p:txBody>
      </p:sp>
      <p:sp>
        <p:nvSpPr>
          <p:cNvPr id="49" name="Google Shape;49;p13"/>
          <p:cNvSpPr txBox="1">
            <a:spLocks noGrp="1"/>
          </p:cNvSpPr>
          <p:nvPr>
            <p:ph type="sldNum" idx="12"/>
          </p:nvPr>
        </p:nvSpPr>
        <p:spPr>
          <a:xfrm>
            <a:off x="6790156" y="10097368"/>
            <a:ext cx="376045" cy="388541"/>
          </a:xfrm>
          <a:prstGeom prst="rect">
            <a:avLst/>
          </a:prstGeom>
          <a:noFill/>
          <a:ln>
            <a:noFill/>
          </a:ln>
        </p:spPr>
        <p:txBody>
          <a:bodyPr spcFirstLastPara="1" wrap="square" lIns="54550" tIns="54550" rIns="54550" bIns="54550" anchor="t" anchorCtr="0">
            <a:spAutoFit/>
          </a:bodyPr>
          <a:lstStyle>
            <a:lvl1pPr marL="0" marR="0" lvl="0"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1pPr>
            <a:lvl2pPr marL="0" marR="0" lvl="1"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2pPr>
            <a:lvl3pPr marL="0" marR="0" lvl="2"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3pPr>
            <a:lvl4pPr marL="0" marR="0" lvl="3"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4pPr>
            <a:lvl5pPr marL="0" marR="0" lvl="4"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5pPr>
            <a:lvl6pPr marL="0" marR="0" lvl="5"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6pPr>
            <a:lvl7pPr marL="0" marR="0" lvl="6"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7pPr>
            <a:lvl8pPr marL="0" marR="0" lvl="7"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8pPr>
            <a:lvl9pPr marL="0" marR="0" lvl="8"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Photo">
  <p:cSld name="Photo">
    <p:spTree>
      <p:nvGrpSpPr>
        <p:cNvPr id="1" name="Shape 50"/>
        <p:cNvGrpSpPr/>
        <p:nvPr/>
      </p:nvGrpSpPr>
      <p:grpSpPr>
        <a:xfrm>
          <a:off x="0" y="0"/>
          <a:ext cx="0" cy="0"/>
          <a:chOff x="0" y="0"/>
          <a:chExt cx="0" cy="0"/>
        </a:xfrm>
      </p:grpSpPr>
      <p:sp>
        <p:nvSpPr>
          <p:cNvPr id="51" name="Google Shape;51;p14"/>
          <p:cNvSpPr>
            <a:spLocks noGrp="1"/>
          </p:cNvSpPr>
          <p:nvPr>
            <p:ph type="pic" idx="2"/>
          </p:nvPr>
        </p:nvSpPr>
        <p:spPr>
          <a:xfrm>
            <a:off x="0" y="158750"/>
            <a:ext cx="13964218" cy="10477500"/>
          </a:xfrm>
          <a:prstGeom prst="rect">
            <a:avLst/>
          </a:prstGeom>
          <a:noFill/>
          <a:ln>
            <a:noFill/>
          </a:ln>
        </p:spPr>
      </p:sp>
      <p:sp>
        <p:nvSpPr>
          <p:cNvPr id="52" name="Google Shape;52;p14"/>
          <p:cNvSpPr txBox="1">
            <a:spLocks noGrp="1"/>
          </p:cNvSpPr>
          <p:nvPr>
            <p:ph type="sldNum" idx="12"/>
          </p:nvPr>
        </p:nvSpPr>
        <p:spPr>
          <a:xfrm>
            <a:off x="6790156" y="10097368"/>
            <a:ext cx="376045" cy="388541"/>
          </a:xfrm>
          <a:prstGeom prst="rect">
            <a:avLst/>
          </a:prstGeom>
          <a:noFill/>
          <a:ln>
            <a:noFill/>
          </a:ln>
        </p:spPr>
        <p:txBody>
          <a:bodyPr spcFirstLastPara="1" wrap="square" lIns="54550" tIns="54550" rIns="54550" bIns="54550" anchor="t" anchorCtr="0">
            <a:spAutoFit/>
          </a:bodyPr>
          <a:lstStyle>
            <a:lvl1pPr marL="0" marR="0" lvl="0"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1pPr>
            <a:lvl2pPr marL="0" marR="0" lvl="1"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2pPr>
            <a:lvl3pPr marL="0" marR="0" lvl="2"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3pPr>
            <a:lvl4pPr marL="0" marR="0" lvl="3"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4pPr>
            <a:lvl5pPr marL="0" marR="0" lvl="4"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5pPr>
            <a:lvl6pPr marL="0" marR="0" lvl="5"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6pPr>
            <a:lvl7pPr marL="0" marR="0" lvl="6"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7pPr>
            <a:lvl8pPr marL="0" marR="0" lvl="7"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8pPr>
            <a:lvl9pPr marL="0" marR="0" lvl="8"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53"/>
        <p:cNvGrpSpPr/>
        <p:nvPr/>
      </p:nvGrpSpPr>
      <p:grpSpPr>
        <a:xfrm>
          <a:off x="0" y="0"/>
          <a:ext cx="0" cy="0"/>
          <a:chOff x="0" y="0"/>
          <a:chExt cx="0" cy="0"/>
        </a:xfrm>
      </p:grpSpPr>
      <p:sp>
        <p:nvSpPr>
          <p:cNvPr id="54" name="Google Shape;54;p15"/>
          <p:cNvSpPr txBox="1">
            <a:spLocks noGrp="1"/>
          </p:cNvSpPr>
          <p:nvPr>
            <p:ph type="sldNum" idx="12"/>
          </p:nvPr>
        </p:nvSpPr>
        <p:spPr>
          <a:xfrm>
            <a:off x="6790156" y="10097368"/>
            <a:ext cx="376045" cy="388541"/>
          </a:xfrm>
          <a:prstGeom prst="rect">
            <a:avLst/>
          </a:prstGeom>
          <a:noFill/>
          <a:ln>
            <a:noFill/>
          </a:ln>
        </p:spPr>
        <p:txBody>
          <a:bodyPr spcFirstLastPara="1" wrap="square" lIns="54550" tIns="54550" rIns="54550" bIns="54550" anchor="t" anchorCtr="0">
            <a:spAutoFit/>
          </a:bodyPr>
          <a:lstStyle>
            <a:lvl1pPr marL="0" marR="0" lvl="0"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1pPr>
            <a:lvl2pPr marL="0" marR="0" lvl="1"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2pPr>
            <a:lvl3pPr marL="0" marR="0" lvl="2"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3pPr>
            <a:lvl4pPr marL="0" marR="0" lvl="3"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4pPr>
            <a:lvl5pPr marL="0" marR="0" lvl="4"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5pPr>
            <a:lvl6pPr marL="0" marR="0" lvl="5"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6pPr>
            <a:lvl7pPr marL="0" marR="0" lvl="6"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7pPr>
            <a:lvl8pPr marL="0" marR="0" lvl="7"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8pPr>
            <a:lvl9pPr marL="0" marR="0" lvl="8"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
        <p:cNvGrpSpPr/>
        <p:nvPr/>
      </p:nvGrpSpPr>
      <p:grpSpPr>
        <a:xfrm>
          <a:off x="0" y="0"/>
          <a:ext cx="0" cy="0"/>
          <a:chOff x="0" y="0"/>
          <a:chExt cx="0" cy="0"/>
        </a:xfrm>
      </p:grpSpPr>
      <p:sp>
        <p:nvSpPr>
          <p:cNvPr id="6" name="Google Shape;6;p3"/>
          <p:cNvSpPr txBox="1">
            <a:spLocks noGrp="1"/>
          </p:cNvSpPr>
          <p:nvPr>
            <p:ph type="title"/>
          </p:nvPr>
        </p:nvSpPr>
        <p:spPr>
          <a:xfrm>
            <a:off x="1023193" y="636240"/>
            <a:ext cx="11923614" cy="2319239"/>
          </a:xfrm>
          <a:prstGeom prst="rect">
            <a:avLst/>
          </a:prstGeom>
          <a:noFill/>
          <a:ln>
            <a:noFill/>
          </a:ln>
        </p:spPr>
        <p:txBody>
          <a:bodyPr spcFirstLastPara="1" wrap="square" lIns="54550" tIns="54550" rIns="54550" bIns="54550" anchor="ctr" anchorCtr="0">
            <a:normAutofit/>
          </a:bodyPr>
          <a:lstStyle>
            <a:lvl1pPr marR="0" lvl="0" algn="l" rtl="0">
              <a:lnSpc>
                <a:spcPct val="80000"/>
              </a:lnSpc>
              <a:spcBef>
                <a:spcPts val="0"/>
              </a:spcBef>
              <a:spcAft>
                <a:spcPts val="0"/>
              </a:spcAft>
              <a:buClr>
                <a:srgbClr val="585858"/>
              </a:buClr>
              <a:buSzPts val="4800"/>
              <a:buFont typeface="Arial"/>
              <a:buNone/>
              <a:defRPr sz="4800" b="0" i="0" u="none" strike="noStrike" cap="none">
                <a:solidFill>
                  <a:srgbClr val="585858"/>
                </a:solidFill>
                <a:latin typeface="Arial"/>
                <a:ea typeface="Arial"/>
                <a:cs typeface="Arial"/>
                <a:sym typeface="Arial"/>
              </a:defRPr>
            </a:lvl1pPr>
            <a:lvl2pPr marR="0" lvl="1" algn="l" rtl="0">
              <a:lnSpc>
                <a:spcPct val="80000"/>
              </a:lnSpc>
              <a:spcBef>
                <a:spcPts val="0"/>
              </a:spcBef>
              <a:spcAft>
                <a:spcPts val="0"/>
              </a:spcAft>
              <a:buClr>
                <a:srgbClr val="585858"/>
              </a:buClr>
              <a:buSzPts val="4800"/>
              <a:buFont typeface="Arial"/>
              <a:buNone/>
              <a:defRPr sz="4800" b="0" i="0" u="none" strike="noStrike" cap="none">
                <a:solidFill>
                  <a:srgbClr val="585858"/>
                </a:solidFill>
                <a:latin typeface="Arial"/>
                <a:ea typeface="Arial"/>
                <a:cs typeface="Arial"/>
                <a:sym typeface="Arial"/>
              </a:defRPr>
            </a:lvl2pPr>
            <a:lvl3pPr marR="0" lvl="2" algn="l" rtl="0">
              <a:lnSpc>
                <a:spcPct val="80000"/>
              </a:lnSpc>
              <a:spcBef>
                <a:spcPts val="0"/>
              </a:spcBef>
              <a:spcAft>
                <a:spcPts val="0"/>
              </a:spcAft>
              <a:buClr>
                <a:srgbClr val="585858"/>
              </a:buClr>
              <a:buSzPts val="4800"/>
              <a:buFont typeface="Arial"/>
              <a:buNone/>
              <a:defRPr sz="4800" b="0" i="0" u="none" strike="noStrike" cap="none">
                <a:solidFill>
                  <a:srgbClr val="585858"/>
                </a:solidFill>
                <a:latin typeface="Arial"/>
                <a:ea typeface="Arial"/>
                <a:cs typeface="Arial"/>
                <a:sym typeface="Arial"/>
              </a:defRPr>
            </a:lvl3pPr>
            <a:lvl4pPr marR="0" lvl="3" algn="l" rtl="0">
              <a:lnSpc>
                <a:spcPct val="80000"/>
              </a:lnSpc>
              <a:spcBef>
                <a:spcPts val="0"/>
              </a:spcBef>
              <a:spcAft>
                <a:spcPts val="0"/>
              </a:spcAft>
              <a:buClr>
                <a:srgbClr val="585858"/>
              </a:buClr>
              <a:buSzPts val="4800"/>
              <a:buFont typeface="Arial"/>
              <a:buNone/>
              <a:defRPr sz="4800" b="0" i="0" u="none" strike="noStrike" cap="none">
                <a:solidFill>
                  <a:srgbClr val="585858"/>
                </a:solidFill>
                <a:latin typeface="Arial"/>
                <a:ea typeface="Arial"/>
                <a:cs typeface="Arial"/>
                <a:sym typeface="Arial"/>
              </a:defRPr>
            </a:lvl4pPr>
            <a:lvl5pPr marR="0" lvl="4" algn="l" rtl="0">
              <a:lnSpc>
                <a:spcPct val="80000"/>
              </a:lnSpc>
              <a:spcBef>
                <a:spcPts val="0"/>
              </a:spcBef>
              <a:spcAft>
                <a:spcPts val="0"/>
              </a:spcAft>
              <a:buClr>
                <a:srgbClr val="585858"/>
              </a:buClr>
              <a:buSzPts val="4800"/>
              <a:buFont typeface="Arial"/>
              <a:buNone/>
              <a:defRPr sz="4800" b="0" i="0" u="none" strike="noStrike" cap="none">
                <a:solidFill>
                  <a:srgbClr val="585858"/>
                </a:solidFill>
                <a:latin typeface="Arial"/>
                <a:ea typeface="Arial"/>
                <a:cs typeface="Arial"/>
                <a:sym typeface="Arial"/>
              </a:defRPr>
            </a:lvl5pPr>
            <a:lvl6pPr marR="0" lvl="5" algn="l" rtl="0">
              <a:lnSpc>
                <a:spcPct val="80000"/>
              </a:lnSpc>
              <a:spcBef>
                <a:spcPts val="0"/>
              </a:spcBef>
              <a:spcAft>
                <a:spcPts val="0"/>
              </a:spcAft>
              <a:buClr>
                <a:srgbClr val="585858"/>
              </a:buClr>
              <a:buSzPts val="4800"/>
              <a:buFont typeface="Arial"/>
              <a:buNone/>
              <a:defRPr sz="4800" b="0" i="0" u="none" strike="noStrike" cap="none">
                <a:solidFill>
                  <a:srgbClr val="585858"/>
                </a:solidFill>
                <a:latin typeface="Arial"/>
                <a:ea typeface="Arial"/>
                <a:cs typeface="Arial"/>
                <a:sym typeface="Arial"/>
              </a:defRPr>
            </a:lvl6pPr>
            <a:lvl7pPr marR="0" lvl="6" algn="l" rtl="0">
              <a:lnSpc>
                <a:spcPct val="80000"/>
              </a:lnSpc>
              <a:spcBef>
                <a:spcPts val="0"/>
              </a:spcBef>
              <a:spcAft>
                <a:spcPts val="0"/>
              </a:spcAft>
              <a:buClr>
                <a:srgbClr val="585858"/>
              </a:buClr>
              <a:buSzPts val="4800"/>
              <a:buFont typeface="Arial"/>
              <a:buNone/>
              <a:defRPr sz="4800" b="0" i="0" u="none" strike="noStrike" cap="none">
                <a:solidFill>
                  <a:srgbClr val="585858"/>
                </a:solidFill>
                <a:latin typeface="Arial"/>
                <a:ea typeface="Arial"/>
                <a:cs typeface="Arial"/>
                <a:sym typeface="Arial"/>
              </a:defRPr>
            </a:lvl7pPr>
            <a:lvl8pPr marR="0" lvl="7" algn="l" rtl="0">
              <a:lnSpc>
                <a:spcPct val="80000"/>
              </a:lnSpc>
              <a:spcBef>
                <a:spcPts val="0"/>
              </a:spcBef>
              <a:spcAft>
                <a:spcPts val="0"/>
              </a:spcAft>
              <a:buClr>
                <a:srgbClr val="585858"/>
              </a:buClr>
              <a:buSzPts val="4800"/>
              <a:buFont typeface="Arial"/>
              <a:buNone/>
              <a:defRPr sz="4800" b="0" i="0" u="none" strike="noStrike" cap="none">
                <a:solidFill>
                  <a:srgbClr val="585858"/>
                </a:solidFill>
                <a:latin typeface="Arial"/>
                <a:ea typeface="Arial"/>
                <a:cs typeface="Arial"/>
                <a:sym typeface="Arial"/>
              </a:defRPr>
            </a:lvl8pPr>
            <a:lvl9pPr marR="0" lvl="8" algn="l" rtl="0">
              <a:lnSpc>
                <a:spcPct val="80000"/>
              </a:lnSpc>
              <a:spcBef>
                <a:spcPts val="0"/>
              </a:spcBef>
              <a:spcAft>
                <a:spcPts val="0"/>
              </a:spcAft>
              <a:buClr>
                <a:srgbClr val="585858"/>
              </a:buClr>
              <a:buSzPts val="4800"/>
              <a:buFont typeface="Arial"/>
              <a:buNone/>
              <a:defRPr sz="4800" b="0" i="0" u="none" strike="noStrike" cap="none">
                <a:solidFill>
                  <a:srgbClr val="585858"/>
                </a:solidFill>
                <a:latin typeface="Arial"/>
                <a:ea typeface="Arial"/>
                <a:cs typeface="Arial"/>
                <a:sym typeface="Arial"/>
              </a:defRPr>
            </a:lvl9pPr>
          </a:lstStyle>
          <a:p>
            <a:endParaRPr/>
          </a:p>
        </p:txBody>
      </p:sp>
      <p:sp>
        <p:nvSpPr>
          <p:cNvPr id="7" name="Google Shape;7;p3"/>
          <p:cNvSpPr txBox="1">
            <a:spLocks noGrp="1"/>
          </p:cNvSpPr>
          <p:nvPr>
            <p:ph type="body" idx="1"/>
          </p:nvPr>
        </p:nvSpPr>
        <p:spPr>
          <a:xfrm>
            <a:off x="1023193" y="2955478"/>
            <a:ext cx="11923614" cy="6753077"/>
          </a:xfrm>
          <a:prstGeom prst="rect">
            <a:avLst/>
          </a:prstGeom>
          <a:noFill/>
          <a:ln>
            <a:noFill/>
          </a:ln>
        </p:spPr>
        <p:txBody>
          <a:bodyPr spcFirstLastPara="1" wrap="square" lIns="54550" tIns="54550" rIns="54550" bIns="54550" anchor="ctr" anchorCtr="0">
            <a:normAutofit/>
          </a:bodyPr>
          <a:lstStyle>
            <a:lvl1pPr marL="457200" marR="0" lvl="0" indent="-285750" algn="l" rtl="0">
              <a:lnSpc>
                <a:spcPct val="80000"/>
              </a:lnSpc>
              <a:spcBef>
                <a:spcPts val="0"/>
              </a:spcBef>
              <a:spcAft>
                <a:spcPts val="0"/>
              </a:spcAft>
              <a:buClr>
                <a:srgbClr val="000000"/>
              </a:buClr>
              <a:buSzPts val="900"/>
              <a:buFont typeface="Arial"/>
              <a:buChar char="•"/>
              <a:defRPr sz="1200" b="0" i="0" u="none" strike="noStrike" cap="none">
                <a:solidFill>
                  <a:srgbClr val="000000"/>
                </a:solidFill>
                <a:latin typeface="Arial"/>
                <a:ea typeface="Arial"/>
                <a:cs typeface="Arial"/>
                <a:sym typeface="Arial"/>
              </a:defRPr>
            </a:lvl1pPr>
            <a:lvl2pPr marL="914400" marR="0" lvl="1" indent="-285750" algn="l" rtl="0">
              <a:lnSpc>
                <a:spcPct val="80000"/>
              </a:lnSpc>
              <a:spcBef>
                <a:spcPts val="0"/>
              </a:spcBef>
              <a:spcAft>
                <a:spcPts val="0"/>
              </a:spcAft>
              <a:buClr>
                <a:srgbClr val="000000"/>
              </a:buClr>
              <a:buSzPts val="900"/>
              <a:buFont typeface="Arial"/>
              <a:buChar char="•"/>
              <a:defRPr sz="1200" b="0" i="0" u="none" strike="noStrike" cap="none">
                <a:solidFill>
                  <a:srgbClr val="000000"/>
                </a:solidFill>
                <a:latin typeface="Arial"/>
                <a:ea typeface="Arial"/>
                <a:cs typeface="Arial"/>
                <a:sym typeface="Arial"/>
              </a:defRPr>
            </a:lvl2pPr>
            <a:lvl3pPr marL="1371600" marR="0" lvl="2" indent="-285750" algn="l" rtl="0">
              <a:lnSpc>
                <a:spcPct val="80000"/>
              </a:lnSpc>
              <a:spcBef>
                <a:spcPts val="0"/>
              </a:spcBef>
              <a:spcAft>
                <a:spcPts val="0"/>
              </a:spcAft>
              <a:buClr>
                <a:srgbClr val="000000"/>
              </a:buClr>
              <a:buSzPts val="900"/>
              <a:buFont typeface="Arial"/>
              <a:buChar char="•"/>
              <a:defRPr sz="1200" b="0" i="0" u="none" strike="noStrike" cap="none">
                <a:solidFill>
                  <a:srgbClr val="000000"/>
                </a:solidFill>
                <a:latin typeface="Arial"/>
                <a:ea typeface="Arial"/>
                <a:cs typeface="Arial"/>
                <a:sym typeface="Arial"/>
              </a:defRPr>
            </a:lvl3pPr>
            <a:lvl4pPr marL="1828800" marR="0" lvl="3" indent="-285750" algn="l" rtl="0">
              <a:lnSpc>
                <a:spcPct val="80000"/>
              </a:lnSpc>
              <a:spcBef>
                <a:spcPts val="0"/>
              </a:spcBef>
              <a:spcAft>
                <a:spcPts val="0"/>
              </a:spcAft>
              <a:buClr>
                <a:srgbClr val="000000"/>
              </a:buClr>
              <a:buSzPts val="900"/>
              <a:buFont typeface="Arial"/>
              <a:buChar char="•"/>
              <a:defRPr sz="1200" b="0" i="0" u="none" strike="noStrike" cap="none">
                <a:solidFill>
                  <a:srgbClr val="000000"/>
                </a:solidFill>
                <a:latin typeface="Arial"/>
                <a:ea typeface="Arial"/>
                <a:cs typeface="Arial"/>
                <a:sym typeface="Arial"/>
              </a:defRPr>
            </a:lvl4pPr>
            <a:lvl5pPr marL="2286000" marR="0" lvl="4" indent="-285750" algn="l" rtl="0">
              <a:lnSpc>
                <a:spcPct val="80000"/>
              </a:lnSpc>
              <a:spcBef>
                <a:spcPts val="0"/>
              </a:spcBef>
              <a:spcAft>
                <a:spcPts val="0"/>
              </a:spcAft>
              <a:buClr>
                <a:srgbClr val="000000"/>
              </a:buClr>
              <a:buSzPts val="900"/>
              <a:buFont typeface="Arial"/>
              <a:buChar char="•"/>
              <a:defRPr sz="1200" b="0" i="0" u="none" strike="noStrike" cap="none">
                <a:solidFill>
                  <a:srgbClr val="000000"/>
                </a:solidFill>
                <a:latin typeface="Arial"/>
                <a:ea typeface="Arial"/>
                <a:cs typeface="Arial"/>
                <a:sym typeface="Arial"/>
              </a:defRPr>
            </a:lvl5pPr>
            <a:lvl6pPr marL="2743200" marR="0" lvl="5" indent="-285750" algn="l" rtl="0">
              <a:lnSpc>
                <a:spcPct val="80000"/>
              </a:lnSpc>
              <a:spcBef>
                <a:spcPts val="0"/>
              </a:spcBef>
              <a:spcAft>
                <a:spcPts val="0"/>
              </a:spcAft>
              <a:buClr>
                <a:srgbClr val="000000"/>
              </a:buClr>
              <a:buSzPts val="900"/>
              <a:buFont typeface="Arial"/>
              <a:buChar char="•"/>
              <a:defRPr sz="1200" b="0" i="0" u="none" strike="noStrike" cap="none">
                <a:solidFill>
                  <a:srgbClr val="000000"/>
                </a:solidFill>
                <a:latin typeface="Arial"/>
                <a:ea typeface="Arial"/>
                <a:cs typeface="Arial"/>
                <a:sym typeface="Arial"/>
              </a:defRPr>
            </a:lvl6pPr>
            <a:lvl7pPr marL="3200400" marR="0" lvl="6" indent="-285750" algn="l" rtl="0">
              <a:lnSpc>
                <a:spcPct val="80000"/>
              </a:lnSpc>
              <a:spcBef>
                <a:spcPts val="0"/>
              </a:spcBef>
              <a:spcAft>
                <a:spcPts val="0"/>
              </a:spcAft>
              <a:buClr>
                <a:srgbClr val="000000"/>
              </a:buClr>
              <a:buSzPts val="900"/>
              <a:buFont typeface="Arial"/>
              <a:buChar char="•"/>
              <a:defRPr sz="1200" b="0" i="0" u="none" strike="noStrike" cap="none">
                <a:solidFill>
                  <a:srgbClr val="000000"/>
                </a:solidFill>
                <a:latin typeface="Arial"/>
                <a:ea typeface="Arial"/>
                <a:cs typeface="Arial"/>
                <a:sym typeface="Arial"/>
              </a:defRPr>
            </a:lvl7pPr>
            <a:lvl8pPr marL="3657600" marR="0" lvl="7" indent="-285750" algn="l" rtl="0">
              <a:lnSpc>
                <a:spcPct val="80000"/>
              </a:lnSpc>
              <a:spcBef>
                <a:spcPts val="0"/>
              </a:spcBef>
              <a:spcAft>
                <a:spcPts val="0"/>
              </a:spcAft>
              <a:buClr>
                <a:srgbClr val="000000"/>
              </a:buClr>
              <a:buSzPts val="900"/>
              <a:buFont typeface="Arial"/>
              <a:buChar char="•"/>
              <a:defRPr sz="1200" b="0" i="0" u="none" strike="noStrike" cap="none">
                <a:solidFill>
                  <a:srgbClr val="000000"/>
                </a:solidFill>
                <a:latin typeface="Arial"/>
                <a:ea typeface="Arial"/>
                <a:cs typeface="Arial"/>
                <a:sym typeface="Arial"/>
              </a:defRPr>
            </a:lvl8pPr>
            <a:lvl9pPr marL="4114800" marR="0" lvl="8" indent="-285750" algn="l" rtl="0">
              <a:lnSpc>
                <a:spcPct val="80000"/>
              </a:lnSpc>
              <a:spcBef>
                <a:spcPts val="0"/>
              </a:spcBef>
              <a:spcAft>
                <a:spcPts val="0"/>
              </a:spcAft>
              <a:buClr>
                <a:srgbClr val="000000"/>
              </a:buClr>
              <a:buSzPts val="900"/>
              <a:buFont typeface="Arial"/>
              <a:buChar char="•"/>
              <a:defRPr sz="1200" b="0" i="0" u="none" strike="noStrike" cap="none">
                <a:solidFill>
                  <a:srgbClr val="000000"/>
                </a:solidFill>
                <a:latin typeface="Arial"/>
                <a:ea typeface="Arial"/>
                <a:cs typeface="Arial"/>
                <a:sym typeface="Arial"/>
              </a:defRPr>
            </a:lvl9pPr>
          </a:lstStyle>
          <a:p>
            <a:endParaRPr/>
          </a:p>
        </p:txBody>
      </p:sp>
      <p:sp>
        <p:nvSpPr>
          <p:cNvPr id="8" name="Google Shape;8;p3"/>
          <p:cNvSpPr txBox="1">
            <a:spLocks noGrp="1"/>
          </p:cNvSpPr>
          <p:nvPr>
            <p:ph type="sldNum" idx="12"/>
          </p:nvPr>
        </p:nvSpPr>
        <p:spPr>
          <a:xfrm>
            <a:off x="6790156" y="10097368"/>
            <a:ext cx="376045" cy="388541"/>
          </a:xfrm>
          <a:prstGeom prst="rect">
            <a:avLst/>
          </a:prstGeom>
          <a:noFill/>
          <a:ln>
            <a:noFill/>
          </a:ln>
        </p:spPr>
        <p:txBody>
          <a:bodyPr spcFirstLastPara="1" wrap="square" lIns="54550" tIns="54550" rIns="54550" bIns="54550" anchor="t" anchorCtr="0">
            <a:spAutoFit/>
          </a:bodyPr>
          <a:lstStyle>
            <a:lvl1pPr marL="0" marR="0" lvl="0" indent="0" algn="ctr" rtl="0">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1pPr>
            <a:lvl2pPr marL="0" marR="0" lvl="1" indent="0" algn="ctr" rtl="0">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2pPr>
            <a:lvl3pPr marL="0" marR="0" lvl="2" indent="0" algn="ctr" rtl="0">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3pPr>
            <a:lvl4pPr marL="0" marR="0" lvl="3" indent="0" algn="ctr" rtl="0">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4pPr>
            <a:lvl5pPr marL="0" marR="0" lvl="4" indent="0" algn="ctr" rtl="0">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5pPr>
            <a:lvl6pPr marL="0" marR="0" lvl="5" indent="0" algn="ctr" rtl="0">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6pPr>
            <a:lvl7pPr marL="0" marR="0" lvl="6" indent="0" algn="ctr" rtl="0">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7pPr>
            <a:lvl8pPr marL="0" marR="0" lvl="7" indent="0" algn="ctr" rtl="0">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8pPr>
            <a:lvl9pPr marL="0" marR="0" lvl="8" indent="0" algn="ctr" rtl="0">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4.svg"/><Relationship Id="rId13" Type="http://schemas.openxmlformats.org/officeDocument/2006/relationships/image" Target="../media/image9.png"/><Relationship Id="rId3" Type="http://schemas.microsoft.com/office/2018/10/relationships/comments" Target="../comments/modernComment_100_0.xml"/><Relationship Id="rId7" Type="http://schemas.openxmlformats.org/officeDocument/2006/relationships/image" Target="../media/image3.png"/><Relationship Id="rId12" Type="http://schemas.openxmlformats.org/officeDocument/2006/relationships/image" Target="../media/image8.sv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hyperlink" Target="https://creativecommons.org/licenses/by-sa/4.0/" TargetMode="External"/><Relationship Id="rId11" Type="http://schemas.openxmlformats.org/officeDocument/2006/relationships/image" Target="../media/image7.png"/><Relationship Id="rId5" Type="http://schemas.openxmlformats.org/officeDocument/2006/relationships/image" Target="../media/image2.png"/><Relationship Id="rId10" Type="http://schemas.openxmlformats.org/officeDocument/2006/relationships/image" Target="../media/image6.svg"/><Relationship Id="rId4" Type="http://schemas.openxmlformats.org/officeDocument/2006/relationships/image" Target="../media/image1.png"/><Relationship Id="rId9" Type="http://schemas.openxmlformats.org/officeDocument/2006/relationships/image" Target="../media/image5.png"/><Relationship Id="rId14" Type="http://schemas.openxmlformats.org/officeDocument/2006/relationships/image" Target="../media/image10.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pic>
        <p:nvPicPr>
          <p:cNvPr id="59" name="Google Shape;59;p1" descr="Image"/>
          <p:cNvPicPr preferRelativeResize="0"/>
          <p:nvPr/>
        </p:nvPicPr>
        <p:blipFill rotWithShape="1">
          <a:blip r:embed="rId4">
            <a:alphaModFix/>
          </a:blip>
          <a:srcRect/>
          <a:stretch/>
        </p:blipFill>
        <p:spPr>
          <a:xfrm>
            <a:off x="8374634" y="-676451"/>
            <a:ext cx="5598431" cy="2990088"/>
          </a:xfrm>
          <a:prstGeom prst="rect">
            <a:avLst/>
          </a:prstGeom>
          <a:noFill/>
          <a:ln>
            <a:noFill/>
          </a:ln>
        </p:spPr>
      </p:pic>
      <p:cxnSp>
        <p:nvCxnSpPr>
          <p:cNvPr id="60" name="Google Shape;60;p1"/>
          <p:cNvCxnSpPr/>
          <p:nvPr/>
        </p:nvCxnSpPr>
        <p:spPr>
          <a:xfrm rot="10800000" flipH="1">
            <a:off x="213255" y="10296246"/>
            <a:ext cx="13462982" cy="39499"/>
          </a:xfrm>
          <a:prstGeom prst="straightConnector1">
            <a:avLst/>
          </a:prstGeom>
          <a:noFill/>
          <a:ln w="12700" cap="flat" cmpd="sng">
            <a:solidFill>
              <a:srgbClr val="E4E4E3"/>
            </a:solidFill>
            <a:prstDash val="solid"/>
            <a:miter lim="400000"/>
            <a:headEnd type="none" w="sm" len="sm"/>
            <a:tailEnd type="none" w="sm" len="sm"/>
          </a:ln>
        </p:spPr>
      </p:cxnSp>
      <p:sp>
        <p:nvSpPr>
          <p:cNvPr id="61" name="Google Shape;61;p1"/>
          <p:cNvSpPr/>
          <p:nvPr/>
        </p:nvSpPr>
        <p:spPr>
          <a:xfrm>
            <a:off x="170343" y="10207710"/>
            <a:ext cx="1757945" cy="528270"/>
          </a:xfrm>
          <a:prstGeom prst="roundRect">
            <a:avLst>
              <a:gd name="adj" fmla="val 36061"/>
            </a:avLst>
          </a:prstGeom>
          <a:solidFill>
            <a:srgbClr val="FFFFFF"/>
          </a:solid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407AAA"/>
              </a:buClr>
              <a:buSzPts val="2400"/>
              <a:buFont typeface="Helvetica Neue"/>
              <a:buNone/>
            </a:pPr>
            <a:r>
              <a:rPr lang="en-US" sz="2400" b="1" i="0" u="none" strike="noStrike" cap="none">
                <a:solidFill>
                  <a:srgbClr val="407AAA"/>
                </a:solidFill>
                <a:latin typeface="Source Sans Pro" panose="020B0503030403020204" pitchFamily="34" charset="0"/>
                <a:ea typeface="Source Sans Pro" panose="020B0503030403020204" pitchFamily="34" charset="0"/>
                <a:sym typeface="Helvetica Neue"/>
              </a:rPr>
              <a:t>Kaiāulu</a:t>
            </a:r>
            <a:endParaRPr sz="2400" b="1" i="0" u="none" strike="noStrike" cap="none">
              <a:solidFill>
                <a:srgbClr val="4C4C4C"/>
              </a:solidFill>
              <a:latin typeface="Source Sans Pro" panose="020B0503030403020204" pitchFamily="34" charset="0"/>
              <a:ea typeface="Source Sans Pro" panose="020B0503030403020204" pitchFamily="34" charset="0"/>
              <a:sym typeface="Arial"/>
            </a:endParaRPr>
          </a:p>
        </p:txBody>
      </p:sp>
      <p:sp>
        <p:nvSpPr>
          <p:cNvPr id="62" name="Google Shape;62;p1"/>
          <p:cNvSpPr txBox="1"/>
          <p:nvPr/>
        </p:nvSpPr>
        <p:spPr>
          <a:xfrm>
            <a:off x="9589814" y="1215150"/>
            <a:ext cx="1941600" cy="222600"/>
          </a:xfrm>
          <a:prstGeom prst="rect">
            <a:avLst/>
          </a:prstGeom>
          <a:noFill/>
          <a:ln>
            <a:noFill/>
          </a:ln>
        </p:spPr>
        <p:txBody>
          <a:bodyPr spcFirstLastPara="1" wrap="square" lIns="12700" tIns="12700" rIns="12700" bIns="12700" anchor="ctr" anchorCtr="0">
            <a:spAutoFit/>
          </a:bodyPr>
          <a:lstStyle/>
          <a:p>
            <a:pPr marL="0" marR="0" lvl="1" indent="0" algn="l" rtl="0">
              <a:lnSpc>
                <a:spcPct val="80000"/>
              </a:lnSpc>
              <a:spcBef>
                <a:spcPts val="0"/>
              </a:spcBef>
              <a:spcAft>
                <a:spcPts val="0"/>
              </a:spcAft>
              <a:buClr>
                <a:srgbClr val="628DB5"/>
              </a:buClr>
              <a:buSzPts val="2500"/>
              <a:buFont typeface="Arial"/>
              <a:buNone/>
            </a:pPr>
            <a:endParaRPr sz="1600" b="0" i="0" u="none" strike="noStrike" cap="none">
              <a:solidFill>
                <a:schemeClr val="accent1"/>
              </a:solidFill>
              <a:latin typeface="Source Sans Pro" panose="020B0503030403020204" pitchFamily="34" charset="0"/>
              <a:ea typeface="Source Sans Pro" panose="020B0503030403020204" pitchFamily="34" charset="0"/>
              <a:sym typeface="Helvetica Neue"/>
            </a:endParaRPr>
          </a:p>
        </p:txBody>
      </p:sp>
      <p:sp>
        <p:nvSpPr>
          <p:cNvPr id="63" name="Google Shape;63;p1"/>
          <p:cNvSpPr txBox="1">
            <a:spLocks noGrp="1"/>
          </p:cNvSpPr>
          <p:nvPr>
            <p:ph type="title"/>
          </p:nvPr>
        </p:nvSpPr>
        <p:spPr>
          <a:xfrm>
            <a:off x="209671" y="186602"/>
            <a:ext cx="11368800" cy="803400"/>
          </a:xfrm>
          <a:prstGeom prst="rect">
            <a:avLst/>
          </a:prstGeom>
          <a:noFill/>
          <a:ln>
            <a:noFill/>
          </a:ln>
        </p:spPr>
        <p:txBody>
          <a:bodyPr spcFirstLastPara="1" wrap="square" lIns="0" tIns="0" rIns="0" bIns="0" anchor="t" anchorCtr="0">
            <a:normAutofit/>
          </a:bodyPr>
          <a:lstStyle/>
          <a:p>
            <a:pPr marL="0" lvl="0" indent="0" algn="l" rtl="0">
              <a:lnSpc>
                <a:spcPct val="80000"/>
              </a:lnSpc>
              <a:spcBef>
                <a:spcPts val="0"/>
              </a:spcBef>
              <a:spcAft>
                <a:spcPts val="0"/>
              </a:spcAft>
              <a:buClr>
                <a:srgbClr val="585858"/>
              </a:buClr>
              <a:buSzPts val="4800"/>
              <a:buFont typeface="Arial"/>
              <a:buNone/>
            </a:pPr>
            <a:r>
              <a:rPr lang="en-US" dirty="0" err="1">
                <a:latin typeface="Source Sans Pro Light" panose="020B0403030403020204" pitchFamily="34" charset="0"/>
                <a:ea typeface="Source Sans Pro Light" panose="020B0403030403020204" pitchFamily="34" charset="0"/>
                <a:sym typeface="Helvetica Neue"/>
              </a:rPr>
              <a:t>Kaiāulu</a:t>
            </a:r>
            <a:r>
              <a:rPr lang="en-US" dirty="0">
                <a:latin typeface="Source Sans Pro Light" panose="020B0403030403020204" pitchFamily="34" charset="0"/>
                <a:ea typeface="Source Sans Pro Light" panose="020B0403030403020204" pitchFamily="34" charset="0"/>
                <a:sym typeface="Helvetica Neue"/>
              </a:rPr>
              <a:t> React: : </a:t>
            </a:r>
            <a:r>
              <a:rPr lang="en-US" sz="3300" dirty="0">
                <a:latin typeface="Source Sans Pro SemiBold" panose="020B0603030403020204" pitchFamily="34" charset="0"/>
                <a:ea typeface="Source Sans Pro SemiBold" panose="020B0603030403020204" pitchFamily="34" charset="0"/>
                <a:sym typeface="Helvetica Neue"/>
              </a:rPr>
              <a:t>CHEAT SHEET </a:t>
            </a:r>
            <a:endParaRPr lang="en-US" sz="3300" dirty="0">
              <a:latin typeface="Source Sans Pro SemiBold" panose="020B0603030403020204" pitchFamily="34" charset="0"/>
              <a:ea typeface="Source Sans Pro SemiBold" panose="020B0603030403020204" pitchFamily="34" charset="0"/>
            </a:endParaRPr>
          </a:p>
        </p:txBody>
      </p:sp>
      <p:sp>
        <p:nvSpPr>
          <p:cNvPr id="64" name="Google Shape;64;p1"/>
          <p:cNvSpPr txBox="1"/>
          <p:nvPr/>
        </p:nvSpPr>
        <p:spPr>
          <a:xfrm>
            <a:off x="364267" y="1902171"/>
            <a:ext cx="3949200" cy="481200"/>
          </a:xfrm>
          <a:prstGeom prst="rect">
            <a:avLst/>
          </a:prstGeom>
          <a:noFill/>
          <a:ln>
            <a:noFill/>
          </a:ln>
        </p:spPr>
        <p:txBody>
          <a:bodyPr spcFirstLastPara="1" wrap="square" lIns="54550" tIns="54550" rIns="54550" bIns="54550" anchor="t" anchorCtr="0">
            <a:spAutoFit/>
          </a:bodyPr>
          <a:lstStyle/>
          <a:p>
            <a:pPr marL="0" marR="0" lvl="0" indent="0" algn="l" rtl="0">
              <a:lnSpc>
                <a:spcPct val="90000"/>
              </a:lnSpc>
              <a:spcBef>
                <a:spcPts val="0"/>
              </a:spcBef>
              <a:spcAft>
                <a:spcPts val="0"/>
              </a:spcAft>
              <a:buClr>
                <a:srgbClr val="000000"/>
              </a:buClr>
              <a:buSzPts val="1200"/>
              <a:buFont typeface="Arial"/>
              <a:buNone/>
            </a:pPr>
            <a:endParaRPr sz="1200" b="0" i="0" u="none" strike="noStrike" cap="none">
              <a:solidFill>
                <a:srgbClr val="000000"/>
              </a:solidFill>
              <a:latin typeface="Source Sans Pro" panose="020B0503030403020204" pitchFamily="34" charset="0"/>
              <a:ea typeface="Source Sans Pro" panose="020B0503030403020204" pitchFamily="34" charset="0"/>
              <a:sym typeface="Arial"/>
            </a:endParaRPr>
          </a:p>
          <a:p>
            <a:pPr marL="0" marR="0" lvl="0" indent="0" algn="l" rtl="0">
              <a:lnSpc>
                <a:spcPct val="90000"/>
              </a:lnSpc>
              <a:spcBef>
                <a:spcPts val="300"/>
              </a:spcBef>
              <a:spcAft>
                <a:spcPts val="0"/>
              </a:spcAft>
              <a:buClr>
                <a:srgbClr val="000000"/>
              </a:buClr>
              <a:buSzPts val="1200"/>
              <a:buFont typeface="Arial"/>
              <a:buNone/>
            </a:pPr>
            <a:endParaRPr sz="1200"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65" name="Google Shape;65;p1"/>
          <p:cNvSpPr txBox="1"/>
          <p:nvPr/>
        </p:nvSpPr>
        <p:spPr>
          <a:xfrm>
            <a:off x="326363" y="1630244"/>
            <a:ext cx="2621400" cy="333600"/>
          </a:xfrm>
          <a:prstGeom prst="rect">
            <a:avLst/>
          </a:prstGeom>
          <a:noFill/>
          <a:ln>
            <a:noFill/>
          </a:ln>
        </p:spPr>
        <p:txBody>
          <a:bodyPr spcFirstLastPara="1" wrap="square" lIns="12700" tIns="12700" rIns="12700" bIns="12700" anchor="ctr" anchorCtr="0">
            <a:spAutoFit/>
          </a:bodyPr>
          <a:lstStyle/>
          <a:p>
            <a:pPr marL="0" marR="0" lvl="1" indent="0" algn="l" rtl="0">
              <a:lnSpc>
                <a:spcPct val="80000"/>
              </a:lnSpc>
              <a:spcBef>
                <a:spcPts val="0"/>
              </a:spcBef>
              <a:spcAft>
                <a:spcPts val="0"/>
              </a:spcAft>
              <a:buClr>
                <a:srgbClr val="628DB5"/>
              </a:buClr>
              <a:buSzPts val="2500"/>
              <a:buFont typeface="Arial"/>
              <a:buNone/>
            </a:pPr>
            <a:r>
              <a:rPr lang="en-US" sz="2500" i="0" u="none" strike="noStrike" cap="none" dirty="0">
                <a:solidFill>
                  <a:srgbClr val="628DB5"/>
                </a:solidFill>
                <a:latin typeface="Source Sans Pro" panose="020B0503030403020204" pitchFamily="34" charset="0"/>
                <a:ea typeface="Source Sans Pro" panose="020B0503030403020204" pitchFamily="34" charset="0"/>
              </a:rPr>
              <a:t>About</a:t>
            </a:r>
            <a:endParaRPr sz="2500" b="1" i="0" u="none" strike="noStrike" cap="none" dirty="0">
              <a:solidFill>
                <a:srgbClr val="628DB5"/>
              </a:solidFill>
              <a:latin typeface="Source Sans Pro" panose="020B0503030403020204" pitchFamily="34" charset="0"/>
              <a:ea typeface="Source Sans Pro" panose="020B0503030403020204" pitchFamily="34" charset="0"/>
            </a:endParaRPr>
          </a:p>
        </p:txBody>
      </p:sp>
      <p:pic>
        <p:nvPicPr>
          <p:cNvPr id="66" name="Google Shape;66;p1" descr="A picture containing text&#10;&#10;Description automatically generated"/>
          <p:cNvPicPr preferRelativeResize="0"/>
          <p:nvPr/>
        </p:nvPicPr>
        <p:blipFill rotWithShape="1">
          <a:blip r:embed="rId5">
            <a:alphaModFix/>
          </a:blip>
          <a:srcRect/>
          <a:stretch/>
        </p:blipFill>
        <p:spPr>
          <a:xfrm>
            <a:off x="12214310" y="122459"/>
            <a:ext cx="1443262" cy="1676046"/>
          </a:xfrm>
          <a:prstGeom prst="rect">
            <a:avLst/>
          </a:prstGeom>
          <a:noFill/>
          <a:ln>
            <a:noFill/>
          </a:ln>
        </p:spPr>
      </p:pic>
      <p:sp>
        <p:nvSpPr>
          <p:cNvPr id="67" name="Google Shape;67;p1"/>
          <p:cNvSpPr txBox="1"/>
          <p:nvPr/>
        </p:nvSpPr>
        <p:spPr>
          <a:xfrm>
            <a:off x="6080760" y="10237356"/>
            <a:ext cx="7747800" cy="500016"/>
          </a:xfrm>
          <a:prstGeom prst="rect">
            <a:avLst/>
          </a:prstGeom>
          <a:noFill/>
          <a:ln>
            <a:noFill/>
          </a:ln>
        </p:spPr>
        <p:txBody>
          <a:bodyPr spcFirstLastPara="1" wrap="square" lIns="54550" tIns="54550" rIns="54550" bIns="54550" anchor="ctr" anchorCtr="0">
            <a:spAutoFit/>
          </a:bodyPr>
          <a:lstStyle/>
          <a:p>
            <a:pPr marL="0" marR="0" lvl="0" indent="0" algn="l" rtl="0">
              <a:lnSpc>
                <a:spcPct val="100000"/>
              </a:lnSpc>
              <a:spcBef>
                <a:spcPts val="200"/>
              </a:spcBef>
              <a:spcAft>
                <a:spcPts val="0"/>
              </a:spcAft>
              <a:buClr>
                <a:schemeClr val="dk1"/>
              </a:buClr>
              <a:buSzPts val="1000"/>
              <a:buFont typeface="Arial"/>
              <a:buNone/>
            </a:pPr>
            <a:r>
              <a:rPr lang="en-US" sz="1000" b="0" i="0" u="sng" strike="noStrike" cap="none" dirty="0">
                <a:solidFill>
                  <a:schemeClr val="dk1"/>
                </a:solidFill>
                <a:latin typeface="Source Sans Pro" panose="020B0503030403020204" pitchFamily="34" charset="0"/>
                <a:ea typeface="Source Sans Pro" panose="020B0503030403020204" pitchFamily="34" charset="0"/>
                <a:sym typeface="Arial"/>
                <a:hlinkClick r:id="rId6">
                  <a:extLst>
                    <a:ext uri="{A12FA001-AC4F-418D-AE19-62706E023703}">
                      <ahyp:hlinkClr xmlns:ahyp="http://schemas.microsoft.com/office/drawing/2018/hyperlinkcolor" val="tx"/>
                    </a:ext>
                  </a:extLst>
                </a:hlinkClick>
              </a:rPr>
              <a:t>CC BY SA</a:t>
            </a:r>
            <a:r>
              <a:rPr lang="en-US" sz="1000" b="0" i="0" u="none" strike="noStrike" cap="none" dirty="0">
                <a:solidFill>
                  <a:schemeClr val="dk1"/>
                </a:solidFill>
                <a:latin typeface="Source Sans Pro" panose="020B0503030403020204" pitchFamily="34" charset="0"/>
                <a:ea typeface="Source Sans Pro" panose="020B0503030403020204" pitchFamily="34" charset="0"/>
                <a:sym typeface="Arial"/>
              </a:rPr>
              <a:t> Austin Dang, Carlos Paradis • </a:t>
            </a:r>
            <a:r>
              <a:rPr lang="en-US" sz="1000" b="0" i="0" u="none" strike="noStrike" cap="none" dirty="0" err="1">
                <a:solidFill>
                  <a:schemeClr val="dk1"/>
                </a:solidFill>
                <a:latin typeface="Source Sans Pro" panose="020B0503030403020204" pitchFamily="34" charset="0"/>
                <a:ea typeface="Source Sans Pro" panose="020B0503030403020204" pitchFamily="34" charset="0"/>
                <a:sym typeface="Arial"/>
              </a:rPr>
              <a:t>Kaiāulu</a:t>
            </a:r>
            <a:r>
              <a:rPr lang="en-US" sz="1000" b="0" i="0" u="none" strike="noStrike" cap="none" dirty="0">
                <a:solidFill>
                  <a:schemeClr val="dk1"/>
                </a:solidFill>
                <a:latin typeface="Source Sans Pro" panose="020B0503030403020204" pitchFamily="34" charset="0"/>
                <a:ea typeface="Source Sans Pro" panose="020B0503030403020204" pitchFamily="34" charset="0"/>
                <a:sym typeface="Arial"/>
              </a:rPr>
              <a:t> package version 0.0.0.9700 (in development) • Updated 2025-12</a:t>
            </a:r>
            <a:endParaRPr sz="1400" b="0" i="0" u="none" strike="noStrike" cap="none" dirty="0">
              <a:solidFill>
                <a:srgbClr val="000000"/>
              </a:solidFill>
              <a:latin typeface="Source Sans Pro" panose="020B0503030403020204" pitchFamily="34" charset="0"/>
              <a:ea typeface="Source Sans Pro" panose="020B0503030403020204" pitchFamily="34" charset="0"/>
              <a:sym typeface="Arial"/>
            </a:endParaRPr>
          </a:p>
          <a:p>
            <a:pPr marL="0" marR="0" lvl="0" indent="0" algn="l" rtl="0">
              <a:lnSpc>
                <a:spcPct val="100000"/>
              </a:lnSpc>
              <a:spcBef>
                <a:spcPts val="200"/>
              </a:spcBef>
              <a:spcAft>
                <a:spcPts val="0"/>
              </a:spcAft>
              <a:buClr>
                <a:srgbClr val="4C4C4C"/>
              </a:buClr>
              <a:buSzPts val="1200"/>
              <a:buFont typeface="Arial"/>
              <a:buNone/>
            </a:pPr>
            <a:endParaRPr sz="1200" b="1" i="0" u="none" strike="noStrike" cap="none" dirty="0">
              <a:solidFill>
                <a:srgbClr val="4C4C4C"/>
              </a:solidFill>
              <a:latin typeface="Source Sans Pro" panose="020B0503030403020204" pitchFamily="34" charset="0"/>
              <a:ea typeface="Source Sans Pro" panose="020B0503030403020204" pitchFamily="34" charset="0"/>
              <a:sym typeface="Arial"/>
            </a:endParaRPr>
          </a:p>
        </p:txBody>
      </p:sp>
      <p:cxnSp>
        <p:nvCxnSpPr>
          <p:cNvPr id="68" name="Google Shape;68;p1"/>
          <p:cNvCxnSpPr/>
          <p:nvPr/>
        </p:nvCxnSpPr>
        <p:spPr>
          <a:xfrm>
            <a:off x="356411" y="2772208"/>
            <a:ext cx="4175400" cy="0"/>
          </a:xfrm>
          <a:prstGeom prst="straightConnector1">
            <a:avLst/>
          </a:prstGeom>
          <a:noFill/>
          <a:ln w="12700" cap="flat" cmpd="sng">
            <a:solidFill>
              <a:schemeClr val="dk1"/>
            </a:solidFill>
            <a:prstDash val="solid"/>
            <a:miter lim="400000"/>
            <a:headEnd type="none" w="sm" len="sm"/>
            <a:tailEnd type="none" w="sm" len="sm"/>
          </a:ln>
        </p:spPr>
      </p:cxnSp>
      <p:sp>
        <p:nvSpPr>
          <p:cNvPr id="70" name="Google Shape;70;p1"/>
          <p:cNvSpPr txBox="1"/>
          <p:nvPr/>
        </p:nvSpPr>
        <p:spPr>
          <a:xfrm>
            <a:off x="339243" y="2135515"/>
            <a:ext cx="4264800" cy="803400"/>
          </a:xfrm>
          <a:prstGeom prst="rect">
            <a:avLst/>
          </a:prstGeom>
          <a:noFill/>
          <a:ln>
            <a:noFill/>
          </a:ln>
        </p:spPr>
        <p:txBody>
          <a:bodyPr spcFirstLastPara="1" wrap="square" lIns="0" tIns="0" rIns="0" bIns="0" anchor="t" anchorCtr="0">
            <a:normAutofit/>
          </a:bodyPr>
          <a:lstStyle/>
          <a:p>
            <a:pPr marL="0" marR="0" lvl="0" indent="0" algn="l" rtl="0">
              <a:lnSpc>
                <a:spcPct val="80000"/>
              </a:lnSpc>
              <a:spcBef>
                <a:spcPts val="0"/>
              </a:spcBef>
              <a:spcAft>
                <a:spcPts val="0"/>
              </a:spcAft>
              <a:buClr>
                <a:srgbClr val="444746"/>
              </a:buClr>
              <a:buSzPts val="1000"/>
              <a:buFont typeface="Arial"/>
              <a:buNone/>
            </a:pPr>
            <a:r>
              <a:rPr lang="en-US" sz="1200" b="0" i="0" u="none" strike="noStrike" cap="none" dirty="0">
                <a:solidFill>
                  <a:srgbClr val="4C4C4C"/>
                </a:solidFill>
                <a:latin typeface="Source Sans Pro" panose="020B0503030403020204" pitchFamily="34" charset="0"/>
                <a:ea typeface="Source Sans Pro" panose="020B0503030403020204" pitchFamily="34" charset="0"/>
                <a:sym typeface="Helvetica Neue"/>
              </a:rPr>
              <a:t>This cheat sheet showcases </a:t>
            </a:r>
            <a:r>
              <a:rPr lang="en-US" sz="1200" b="0" i="0" u="none" strike="noStrike" cap="none" dirty="0" err="1">
                <a:solidFill>
                  <a:srgbClr val="4C4C4C"/>
                </a:solidFill>
                <a:latin typeface="Source Sans Pro" panose="020B0503030403020204" pitchFamily="34" charset="0"/>
                <a:ea typeface="Source Sans Pro" panose="020B0503030403020204" pitchFamily="34" charset="0"/>
                <a:sym typeface="Helvetica Neue"/>
              </a:rPr>
              <a:t>Kaiāulu</a:t>
            </a:r>
            <a:r>
              <a:rPr lang="en-US" sz="1200" b="0" i="0" u="none" strike="noStrike" cap="none" dirty="0">
                <a:solidFill>
                  <a:srgbClr val="4C4C4C"/>
                </a:solidFill>
                <a:latin typeface="Source Sans Pro" panose="020B0503030403020204" pitchFamily="34" charset="0"/>
                <a:ea typeface="Source Sans Pro" panose="020B0503030403020204" pitchFamily="34" charset="0"/>
                <a:sym typeface="Helvetica Neue"/>
              </a:rPr>
              <a:t> </a:t>
            </a:r>
            <a:r>
              <a:rPr lang="en-US" sz="1200" b="0" i="0" u="none" strike="noStrike" cap="none" dirty="0" err="1">
                <a:solidFill>
                  <a:srgbClr val="4C4C4C"/>
                </a:solidFill>
                <a:latin typeface="Source Sans Pro" panose="020B0503030403020204" pitchFamily="34" charset="0"/>
                <a:ea typeface="Source Sans Pro" panose="020B0503030403020204" pitchFamily="34" charset="0"/>
                <a:sym typeface="Helvetica Neue"/>
              </a:rPr>
              <a:t>React’s</a:t>
            </a:r>
            <a:r>
              <a:rPr lang="en-US" sz="1200" b="0" i="0" u="none" strike="noStrike" cap="none" dirty="0">
                <a:solidFill>
                  <a:srgbClr val="4C4C4C"/>
                </a:solidFill>
                <a:latin typeface="Source Sans Pro" panose="020B0503030403020204" pitchFamily="34" charset="0"/>
                <a:ea typeface="Source Sans Pro" panose="020B0503030403020204" pitchFamily="34" charset="0"/>
                <a:sym typeface="Helvetica Neue"/>
              </a:rPr>
              <a:t> capabilities in displaying project </a:t>
            </a:r>
            <a:r>
              <a:rPr lang="en-US" sz="1200" b="0" i="0" u="none" strike="noStrike" cap="none" dirty="0" err="1">
                <a:solidFill>
                  <a:srgbClr val="4C4C4C"/>
                </a:solidFill>
                <a:latin typeface="Source Sans Pro" panose="020B0503030403020204" pitchFamily="34" charset="0"/>
                <a:ea typeface="Source Sans Pro" panose="020B0503030403020204" pitchFamily="34" charset="0"/>
                <a:sym typeface="Helvetica Neue"/>
              </a:rPr>
              <a:t>painpoints</a:t>
            </a:r>
            <a:r>
              <a:rPr lang="en-US" sz="1200" b="0" i="0" u="none" strike="noStrike" cap="none" dirty="0">
                <a:solidFill>
                  <a:srgbClr val="4C4C4C"/>
                </a:solidFill>
                <a:latin typeface="Source Sans Pro" panose="020B0503030403020204" pitchFamily="34" charset="0"/>
                <a:ea typeface="Source Sans Pro" panose="020B0503030403020204" pitchFamily="34" charset="0"/>
                <a:sym typeface="Helvetica Neue"/>
              </a:rPr>
              <a:t> with communication, collaboration, and code design.</a:t>
            </a:r>
            <a:endParaRPr sz="1200" b="1" i="0" u="none" strike="noStrike" cap="none" dirty="0">
              <a:solidFill>
                <a:srgbClr val="4C4C4C"/>
              </a:solidFill>
              <a:latin typeface="Source Sans Pro" panose="020B0503030403020204" pitchFamily="34" charset="0"/>
              <a:ea typeface="Source Sans Pro" panose="020B0503030403020204" pitchFamily="34" charset="0"/>
              <a:sym typeface="Helvetica Neue"/>
            </a:endParaRPr>
          </a:p>
        </p:txBody>
      </p:sp>
      <p:sp>
        <p:nvSpPr>
          <p:cNvPr id="72" name="Google Shape;72;p1"/>
          <p:cNvSpPr txBox="1"/>
          <p:nvPr/>
        </p:nvSpPr>
        <p:spPr>
          <a:xfrm>
            <a:off x="296629" y="2900812"/>
            <a:ext cx="4361700" cy="333600"/>
          </a:xfrm>
          <a:prstGeom prst="rect">
            <a:avLst/>
          </a:prstGeom>
          <a:noFill/>
          <a:ln>
            <a:noFill/>
          </a:ln>
        </p:spPr>
        <p:txBody>
          <a:bodyPr spcFirstLastPara="1" wrap="square" lIns="12700" tIns="12700" rIns="12700" bIns="12700" anchor="ctr" anchorCtr="0">
            <a:spAutoFit/>
          </a:bodyPr>
          <a:lstStyle/>
          <a:p>
            <a:pPr marL="0" marR="0" lvl="1" indent="0" algn="l" rtl="0">
              <a:lnSpc>
                <a:spcPct val="80000"/>
              </a:lnSpc>
              <a:spcBef>
                <a:spcPts val="0"/>
              </a:spcBef>
              <a:spcAft>
                <a:spcPts val="0"/>
              </a:spcAft>
              <a:buClr>
                <a:srgbClr val="4C4C4C"/>
              </a:buClr>
              <a:buSzPts val="2500"/>
              <a:buFont typeface="Arial"/>
              <a:buNone/>
            </a:pPr>
            <a:r>
              <a:rPr lang="en-US" sz="2500" i="0" u="none" strike="noStrike" cap="none" dirty="0">
                <a:solidFill>
                  <a:srgbClr val="628DB5"/>
                </a:solidFill>
                <a:latin typeface="Source Sans Pro" panose="020B0503030403020204" pitchFamily="34" charset="0"/>
                <a:ea typeface="Source Sans Pro" panose="020B0503030403020204" pitchFamily="34" charset="0"/>
              </a:rPr>
              <a:t>Configuration File</a:t>
            </a:r>
            <a:endParaRPr sz="2500" i="0" u="none" strike="noStrike" cap="none" dirty="0">
              <a:solidFill>
                <a:srgbClr val="628DB5"/>
              </a:solidFill>
              <a:latin typeface="Source Sans Pro" panose="020B0503030403020204" pitchFamily="34" charset="0"/>
              <a:ea typeface="Source Sans Pro" panose="020B0503030403020204" pitchFamily="34" charset="0"/>
            </a:endParaRPr>
          </a:p>
        </p:txBody>
      </p:sp>
      <p:sp>
        <p:nvSpPr>
          <p:cNvPr id="73" name="Google Shape;73;p1"/>
          <p:cNvSpPr txBox="1"/>
          <p:nvPr/>
        </p:nvSpPr>
        <p:spPr>
          <a:xfrm>
            <a:off x="334730" y="3314817"/>
            <a:ext cx="4361700" cy="1280008"/>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rgbClr val="444746"/>
              </a:buClr>
              <a:buSzPts val="1000"/>
              <a:buFont typeface="Arial"/>
              <a:buNone/>
            </a:pPr>
            <a:r>
              <a:rPr lang="en-US" sz="1200" b="0" i="1" u="none" strike="noStrike" cap="none" dirty="0" err="1">
                <a:solidFill>
                  <a:srgbClr val="4C4C4C"/>
                </a:solidFill>
                <a:latin typeface="Source Sans Pro" panose="020B0503030403020204" pitchFamily="34" charset="0"/>
                <a:ea typeface="Source Sans Pro" panose="020B0503030403020204" pitchFamily="34" charset="0"/>
                <a:sym typeface="Helvetica Neue"/>
              </a:rPr>
              <a:t>Kaiāulu</a:t>
            </a:r>
            <a:r>
              <a:rPr lang="en-US" sz="1200" b="0" i="1" u="none" strike="noStrike" cap="none" dirty="0">
                <a:solidFill>
                  <a:srgbClr val="4C4C4C"/>
                </a:solidFill>
                <a:latin typeface="Source Sans Pro" panose="020B0503030403020204" pitchFamily="34" charset="0"/>
                <a:ea typeface="Source Sans Pro" panose="020B0503030403020204" pitchFamily="34" charset="0"/>
                <a:sym typeface="Helvetica Neue"/>
              </a:rPr>
              <a:t> React</a:t>
            </a:r>
            <a:r>
              <a:rPr lang="en-US" sz="1200" b="0" i="0" u="none" strike="noStrike" cap="none" dirty="0">
                <a:solidFill>
                  <a:srgbClr val="4C4C4C"/>
                </a:solidFill>
                <a:latin typeface="Source Sans Pro" panose="020B0503030403020204" pitchFamily="34" charset="0"/>
                <a:ea typeface="Source Sans Pro" panose="020B0503030403020204" pitchFamily="34" charset="0"/>
                <a:sym typeface="Helvetica Neue"/>
              </a:rPr>
              <a:t> </a:t>
            </a:r>
            <a:r>
              <a:rPr lang="en-US" sz="1200" dirty="0">
                <a:solidFill>
                  <a:srgbClr val="4C4C4C"/>
                </a:solidFill>
                <a:latin typeface="Source Sans Pro" panose="020B0503030403020204" pitchFamily="34" charset="0"/>
                <a:ea typeface="Source Sans Pro" panose="020B0503030403020204" pitchFamily="34" charset="0"/>
                <a:sym typeface="Helvetica Neue"/>
              </a:rPr>
              <a:t>requires one or more networks of code artifacts (files), communication (mailing list), issue tracker (e.g. JIRA, GitHub), and developers (e.g. authors, committers). </a:t>
            </a:r>
          </a:p>
          <a:p>
            <a:pPr marL="0" marR="0" lvl="0" indent="0" algn="l" rtl="0">
              <a:lnSpc>
                <a:spcPct val="90000"/>
              </a:lnSpc>
              <a:spcBef>
                <a:spcPts val="0"/>
              </a:spcBef>
              <a:spcAft>
                <a:spcPts val="0"/>
              </a:spcAft>
              <a:buClr>
                <a:srgbClr val="444746"/>
              </a:buClr>
              <a:buSzPts val="1000"/>
              <a:buFont typeface="Arial"/>
              <a:buNone/>
            </a:pPr>
            <a:endParaRPr lang="en-US" sz="1200" dirty="0">
              <a:solidFill>
                <a:srgbClr val="4C4C4C"/>
              </a:solidFill>
              <a:latin typeface="Source Sans Pro" panose="020B0503030403020204" pitchFamily="34" charset="0"/>
              <a:ea typeface="Source Sans Pro" panose="020B0503030403020204" pitchFamily="34" charset="0"/>
              <a:sym typeface="Helvetica Neue"/>
            </a:endParaRPr>
          </a:p>
          <a:p>
            <a:pPr marL="0" marR="0" lvl="0" indent="0" algn="l" rtl="0">
              <a:lnSpc>
                <a:spcPct val="90000"/>
              </a:lnSpc>
              <a:spcBef>
                <a:spcPts val="0"/>
              </a:spcBef>
              <a:spcAft>
                <a:spcPts val="0"/>
              </a:spcAft>
              <a:buClr>
                <a:srgbClr val="444746"/>
              </a:buClr>
              <a:buSzPts val="1000"/>
              <a:buFont typeface="Arial"/>
              <a:buNone/>
            </a:pPr>
            <a:r>
              <a:rPr lang="en-US" sz="1200" dirty="0">
                <a:solidFill>
                  <a:srgbClr val="4C4C4C"/>
                </a:solidFill>
                <a:latin typeface="Source Sans Pro" panose="020B0503030403020204" pitchFamily="34" charset="0"/>
                <a:ea typeface="Source Sans Pro" panose="020B0503030403020204" pitchFamily="34" charset="0"/>
                <a:sym typeface="Helvetica Neue"/>
              </a:rPr>
              <a:t>The data can be mined using </a:t>
            </a:r>
            <a:r>
              <a:rPr lang="en-US" sz="1200" dirty="0" err="1">
                <a:solidFill>
                  <a:srgbClr val="4C4C4C"/>
                </a:solidFill>
                <a:latin typeface="Source Sans Pro" panose="020B0503030403020204" pitchFamily="34" charset="0"/>
                <a:ea typeface="Source Sans Pro" panose="020B0503030403020204" pitchFamily="34" charset="0"/>
                <a:sym typeface="Helvetica Neue"/>
              </a:rPr>
              <a:t>sailuh</a:t>
            </a:r>
            <a:r>
              <a:rPr lang="en-US" sz="1200" dirty="0">
                <a:solidFill>
                  <a:srgbClr val="4C4C4C"/>
                </a:solidFill>
                <a:latin typeface="Source Sans Pro" panose="020B0503030403020204" pitchFamily="34" charset="0"/>
                <a:ea typeface="Source Sans Pro" panose="020B0503030403020204" pitchFamily="34" charset="0"/>
                <a:sym typeface="Helvetica Neue"/>
              </a:rPr>
              <a:t>/</a:t>
            </a:r>
            <a:r>
              <a:rPr lang="en-US" sz="1200" dirty="0" err="1">
                <a:solidFill>
                  <a:srgbClr val="4C4C4C"/>
                </a:solidFill>
                <a:latin typeface="Source Sans Pro" panose="020B0503030403020204" pitchFamily="34" charset="0"/>
                <a:ea typeface="Source Sans Pro" panose="020B0503030403020204" pitchFamily="34" charset="0"/>
                <a:sym typeface="Helvetica Neue"/>
              </a:rPr>
              <a:t>kaiaulu</a:t>
            </a:r>
            <a:r>
              <a:rPr lang="en-US" sz="1200" dirty="0">
                <a:solidFill>
                  <a:srgbClr val="4C4C4C"/>
                </a:solidFill>
                <a:latin typeface="Source Sans Pro" panose="020B0503030403020204" pitchFamily="34" charset="0"/>
                <a:ea typeface="Source Sans Pro" panose="020B0503030403020204" pitchFamily="34" charset="0"/>
                <a:sym typeface="Helvetica Neue"/>
              </a:rPr>
              <a:t>, and its paths are specified on </a:t>
            </a:r>
            <a:r>
              <a:rPr lang="en-US" sz="1200" dirty="0" err="1">
                <a:solidFill>
                  <a:srgbClr val="4C4C4C"/>
                </a:solidFill>
                <a:latin typeface="Source Sans Pro" panose="020B0503030403020204" pitchFamily="34" charset="0"/>
                <a:ea typeface="Source Sans Pro" panose="020B0503030403020204" pitchFamily="34" charset="0"/>
                <a:sym typeface="Helvetica Neue"/>
              </a:rPr>
              <a:t>sailuh</a:t>
            </a:r>
            <a:r>
              <a:rPr lang="en-US" sz="1200" dirty="0">
                <a:solidFill>
                  <a:srgbClr val="4C4C4C"/>
                </a:solidFill>
                <a:latin typeface="Source Sans Pro" panose="020B0503030403020204" pitchFamily="34" charset="0"/>
                <a:ea typeface="Source Sans Pro" panose="020B0503030403020204" pitchFamily="34" charset="0"/>
                <a:sym typeface="Helvetica Neue"/>
              </a:rPr>
              <a:t>/</a:t>
            </a:r>
            <a:r>
              <a:rPr lang="en-US" sz="1200" dirty="0" err="1">
                <a:solidFill>
                  <a:srgbClr val="4C4C4C"/>
                </a:solidFill>
                <a:latin typeface="Source Sans Pro" panose="020B0503030403020204" pitchFamily="34" charset="0"/>
                <a:ea typeface="Source Sans Pro" panose="020B0503030403020204" pitchFamily="34" charset="0"/>
                <a:sym typeface="Helvetica Neue"/>
              </a:rPr>
              <a:t>kaiaulu_react</a:t>
            </a:r>
            <a:r>
              <a:rPr lang="en-US" sz="1200" dirty="0">
                <a:solidFill>
                  <a:srgbClr val="4C4C4C"/>
                </a:solidFill>
                <a:latin typeface="Source Sans Pro" panose="020B0503030403020204" pitchFamily="34" charset="0"/>
                <a:ea typeface="Source Sans Pro" panose="020B0503030403020204" pitchFamily="34" charset="0"/>
                <a:sym typeface="Helvetica Neue"/>
              </a:rPr>
              <a:t>/</a:t>
            </a:r>
            <a:r>
              <a:rPr lang="en-US" sz="1200" dirty="0" err="1">
                <a:solidFill>
                  <a:srgbClr val="4C4C4C"/>
                </a:solidFill>
                <a:latin typeface="Source Sans Pro" panose="020B0503030403020204" pitchFamily="34" charset="0"/>
                <a:ea typeface="Source Sans Pro" panose="020B0503030403020204" pitchFamily="34" charset="0"/>
                <a:sym typeface="Helvetica Neue"/>
              </a:rPr>
              <a:t>kaiaulu.yml</a:t>
            </a:r>
            <a:r>
              <a:rPr lang="en-US" sz="1200" dirty="0">
                <a:solidFill>
                  <a:srgbClr val="4C4C4C"/>
                </a:solidFill>
                <a:latin typeface="Source Sans Pro" panose="020B0503030403020204" pitchFamily="34" charset="0"/>
                <a:ea typeface="Source Sans Pro" panose="020B0503030403020204" pitchFamily="34" charset="0"/>
                <a:sym typeface="Helvetica Neue"/>
              </a:rPr>
              <a:t> configuration file. Users can version different project configurations for easy swaps.</a:t>
            </a:r>
          </a:p>
        </p:txBody>
      </p:sp>
      <p:sp>
        <p:nvSpPr>
          <p:cNvPr id="74" name="Google Shape;74;p1"/>
          <p:cNvSpPr txBox="1"/>
          <p:nvPr/>
        </p:nvSpPr>
        <p:spPr>
          <a:xfrm>
            <a:off x="334716" y="4866224"/>
            <a:ext cx="4361700" cy="333600"/>
          </a:xfrm>
          <a:prstGeom prst="rect">
            <a:avLst/>
          </a:prstGeom>
          <a:noFill/>
          <a:ln>
            <a:noFill/>
          </a:ln>
        </p:spPr>
        <p:txBody>
          <a:bodyPr spcFirstLastPara="1" wrap="square" lIns="12700" tIns="12700" rIns="12700" bIns="12700" anchor="ctr" anchorCtr="0">
            <a:spAutoFit/>
          </a:bodyPr>
          <a:lstStyle/>
          <a:p>
            <a:pPr marL="0" marR="0" lvl="1" indent="0" algn="l" rtl="0">
              <a:lnSpc>
                <a:spcPct val="80000"/>
              </a:lnSpc>
              <a:spcBef>
                <a:spcPts val="0"/>
              </a:spcBef>
              <a:spcAft>
                <a:spcPts val="0"/>
              </a:spcAft>
              <a:buClr>
                <a:srgbClr val="4C4C4C"/>
              </a:buClr>
              <a:buSzPts val="2500"/>
              <a:buFont typeface="Arial"/>
              <a:buNone/>
            </a:pPr>
            <a:r>
              <a:rPr lang="en-US" sz="2500" i="0" u="none" strike="noStrike" cap="none" dirty="0">
                <a:solidFill>
                  <a:srgbClr val="628DB5"/>
                </a:solidFill>
                <a:latin typeface="Source Sans Pro" panose="020B0503030403020204" pitchFamily="34" charset="0"/>
                <a:ea typeface="Source Sans Pro" panose="020B0503030403020204" pitchFamily="34" charset="0"/>
              </a:rPr>
              <a:t>Landing Page</a:t>
            </a:r>
            <a:endParaRPr sz="2500" i="0" u="none" strike="noStrike" cap="none" dirty="0">
              <a:solidFill>
                <a:srgbClr val="628DB5"/>
              </a:solidFill>
              <a:latin typeface="Source Sans Pro" panose="020B0503030403020204" pitchFamily="34" charset="0"/>
              <a:ea typeface="Source Sans Pro" panose="020B0503030403020204" pitchFamily="34" charset="0"/>
            </a:endParaRPr>
          </a:p>
        </p:txBody>
      </p:sp>
      <p:cxnSp>
        <p:nvCxnSpPr>
          <p:cNvPr id="75" name="Google Shape;75;p1"/>
          <p:cNvCxnSpPr/>
          <p:nvPr/>
        </p:nvCxnSpPr>
        <p:spPr>
          <a:xfrm>
            <a:off x="356411" y="4705634"/>
            <a:ext cx="4175400" cy="0"/>
          </a:xfrm>
          <a:prstGeom prst="straightConnector1">
            <a:avLst/>
          </a:prstGeom>
          <a:noFill/>
          <a:ln w="12700" cap="flat" cmpd="sng">
            <a:solidFill>
              <a:schemeClr val="dk1"/>
            </a:solidFill>
            <a:prstDash val="solid"/>
            <a:miter lim="400000"/>
            <a:headEnd type="none" w="sm" len="sm"/>
            <a:tailEnd type="none" w="sm" len="sm"/>
          </a:ln>
        </p:spPr>
      </p:cxnSp>
      <p:sp>
        <p:nvSpPr>
          <p:cNvPr id="76" name="Google Shape;76;p1"/>
          <p:cNvSpPr txBox="1"/>
          <p:nvPr/>
        </p:nvSpPr>
        <p:spPr>
          <a:xfrm>
            <a:off x="353767" y="8138335"/>
            <a:ext cx="4361700" cy="1676100"/>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rgbClr val="444746"/>
              </a:buClr>
              <a:buSzPts val="1000"/>
              <a:buFont typeface="Arial"/>
              <a:buNone/>
            </a:pPr>
            <a:r>
              <a:rPr lang="en-US" sz="1200" b="0" i="0" u="none" strike="noStrike" cap="none" dirty="0">
                <a:solidFill>
                  <a:srgbClr val="4C4C4C"/>
                </a:solidFill>
                <a:latin typeface="Source Sans Pro" panose="020B0503030403020204" pitchFamily="34" charset="0"/>
                <a:ea typeface="Source Sans Pro" panose="020B0503030403020204" pitchFamily="34" charset="0"/>
                <a:sym typeface="Helvetica Neue"/>
              </a:rPr>
              <a:t>The project of interest is displayed as nodes and edges. Users can choose any metric via </a:t>
            </a:r>
            <a:r>
              <a:rPr lang="en-US" sz="1200" b="0" i="0" u="none" strike="noStrike" cap="none" dirty="0" err="1">
                <a:solidFill>
                  <a:srgbClr val="4C4C4C"/>
                </a:solidFill>
                <a:latin typeface="Source Sans Pro" panose="020B0503030403020204" pitchFamily="34" charset="0"/>
                <a:ea typeface="Source Sans Pro" panose="020B0503030403020204" pitchFamily="34" charset="0"/>
                <a:sym typeface="Helvetica Neue"/>
              </a:rPr>
              <a:t>Kaiaulu</a:t>
            </a:r>
            <a:r>
              <a:rPr lang="en-US" sz="1200" b="0" i="0" u="none" strike="noStrike" cap="none" dirty="0">
                <a:solidFill>
                  <a:srgbClr val="4C4C4C"/>
                </a:solidFill>
                <a:latin typeface="Source Sans Pro" panose="020B0503030403020204" pitchFamily="34" charset="0"/>
                <a:ea typeface="Source Sans Pro" panose="020B0503030403020204" pitchFamily="34" charset="0"/>
                <a:sym typeface="Helvetica Neue"/>
              </a:rPr>
              <a:t> to represent the weight and label of both nodes and edges, reflecting their size. </a:t>
            </a:r>
          </a:p>
          <a:p>
            <a:pPr marL="0" marR="0" lvl="0" indent="0" algn="l" rtl="0">
              <a:lnSpc>
                <a:spcPct val="90000"/>
              </a:lnSpc>
              <a:spcBef>
                <a:spcPts val="0"/>
              </a:spcBef>
              <a:spcAft>
                <a:spcPts val="0"/>
              </a:spcAft>
              <a:buClr>
                <a:srgbClr val="444746"/>
              </a:buClr>
              <a:buSzPts val="1000"/>
              <a:buFont typeface="Arial"/>
              <a:buNone/>
            </a:pPr>
            <a:endParaRPr sz="1200" b="0" i="0" u="none" strike="noStrike" cap="none" dirty="0">
              <a:solidFill>
                <a:srgbClr val="4C4C4C"/>
              </a:solidFill>
              <a:latin typeface="Source Sans Pro" panose="020B0503030403020204" pitchFamily="34" charset="0"/>
              <a:ea typeface="Source Sans Pro" panose="020B0503030403020204" pitchFamily="34" charset="0"/>
              <a:sym typeface="Helvetica Neue"/>
            </a:endParaRPr>
          </a:p>
          <a:p>
            <a:pPr marL="0" marR="0" lvl="0" indent="0" algn="l" rtl="0">
              <a:lnSpc>
                <a:spcPct val="90000"/>
              </a:lnSpc>
              <a:spcBef>
                <a:spcPts val="0"/>
              </a:spcBef>
              <a:spcAft>
                <a:spcPts val="0"/>
              </a:spcAft>
              <a:buClr>
                <a:srgbClr val="444746"/>
              </a:buClr>
              <a:buSzPts val="1000"/>
              <a:buFont typeface="Arial"/>
              <a:buNone/>
            </a:pPr>
            <a:r>
              <a:rPr lang="en-US" sz="1200" b="0" i="0" u="none" strike="noStrike" cap="none" dirty="0">
                <a:solidFill>
                  <a:srgbClr val="4C4C4C"/>
                </a:solidFill>
                <a:latin typeface="Source Sans Pro" panose="020B0503030403020204" pitchFamily="34" charset="0"/>
                <a:ea typeface="Source Sans Pro" panose="020B0503030403020204" pitchFamily="34" charset="0"/>
                <a:sym typeface="Helvetica Neue"/>
              </a:rPr>
              <a:t>By</a:t>
            </a:r>
            <a:r>
              <a:rPr lang="en-US" sz="1200" b="0" i="1" u="none" strike="noStrike" cap="none" dirty="0">
                <a:solidFill>
                  <a:srgbClr val="4C4C4C"/>
                </a:solidFill>
                <a:latin typeface="Source Sans Pro" panose="020B0503030403020204" pitchFamily="34" charset="0"/>
                <a:ea typeface="Source Sans Pro" panose="020B0503030403020204" pitchFamily="34" charset="0"/>
                <a:sym typeface="Helvetica Neue"/>
              </a:rPr>
              <a:t> </a:t>
            </a:r>
            <a:r>
              <a:rPr lang="en-US" sz="1200" b="0" i="0" u="none" strike="noStrike" cap="none" dirty="0">
                <a:solidFill>
                  <a:srgbClr val="4C4C4C"/>
                </a:solidFill>
                <a:latin typeface="Source Sans Pro" panose="020B0503030403020204" pitchFamily="34" charset="0"/>
                <a:ea typeface="Source Sans Pro" panose="020B0503030403020204" pitchFamily="34" charset="0"/>
                <a:sym typeface="Helvetica Neue"/>
              </a:rPr>
              <a:t>illustrating</a:t>
            </a:r>
            <a:r>
              <a:rPr lang="en-US" sz="1200" b="0" i="1" u="none" strike="noStrike" cap="none" dirty="0">
                <a:solidFill>
                  <a:srgbClr val="4C4C4C"/>
                </a:solidFill>
                <a:latin typeface="Source Sans Pro" panose="020B0503030403020204" pitchFamily="34" charset="0"/>
                <a:ea typeface="Source Sans Pro" panose="020B0503030403020204" pitchFamily="34" charset="0"/>
                <a:sym typeface="Helvetica Neue"/>
              </a:rPr>
              <a:t> </a:t>
            </a:r>
            <a:r>
              <a:rPr lang="en-US" sz="1200" b="0" i="0" u="none" strike="noStrike" cap="none" dirty="0">
                <a:solidFill>
                  <a:srgbClr val="4C4C4C"/>
                </a:solidFill>
                <a:latin typeface="Source Sans Pro" panose="020B0503030403020204" pitchFamily="34" charset="0"/>
                <a:ea typeface="Source Sans Pro" panose="020B0503030403020204" pitchFamily="34" charset="0"/>
                <a:sym typeface="Helvetica Neue"/>
              </a:rPr>
              <a:t>weight </a:t>
            </a:r>
            <a:r>
              <a:rPr lang="en-US" sz="1200" b="0" i="1" u="none" strike="noStrike" cap="none" dirty="0">
                <a:solidFill>
                  <a:srgbClr val="4C4C4C"/>
                </a:solidFill>
                <a:latin typeface="Source Sans Pro" panose="020B0503030403020204" pitchFamily="34" charset="0"/>
                <a:ea typeface="Source Sans Pro" panose="020B0503030403020204" pitchFamily="34" charset="0"/>
                <a:sym typeface="Helvetica Neue"/>
              </a:rPr>
              <a:t>visually, </a:t>
            </a:r>
            <a:r>
              <a:rPr lang="en-US" sz="1200" b="0" i="0" u="none" strike="noStrike" cap="none" dirty="0">
                <a:solidFill>
                  <a:srgbClr val="4C4C4C"/>
                </a:solidFill>
                <a:latin typeface="Source Sans Pro" panose="020B0503030403020204" pitchFamily="34" charset="0"/>
                <a:ea typeface="Source Sans Pro" panose="020B0503030403020204" pitchFamily="34" charset="0"/>
                <a:sym typeface="Helvetica Neue"/>
              </a:rPr>
              <a:t>developers can immediately identify significant or potentially problematic areas of their project.</a:t>
            </a:r>
            <a:endParaRPr sz="1200" b="0" i="0" u="none" strike="noStrike" cap="none" dirty="0">
              <a:solidFill>
                <a:srgbClr val="4C4C4C"/>
              </a:solidFill>
              <a:latin typeface="Source Sans Pro" panose="020B0503030403020204" pitchFamily="34" charset="0"/>
              <a:ea typeface="Source Sans Pro" panose="020B0503030403020204" pitchFamily="34" charset="0"/>
              <a:sym typeface="Helvetica Neue"/>
            </a:endParaRPr>
          </a:p>
          <a:p>
            <a:pPr marL="0" marR="0" lvl="0" indent="0" algn="l" rtl="0">
              <a:lnSpc>
                <a:spcPct val="90000"/>
              </a:lnSpc>
              <a:spcBef>
                <a:spcPts val="0"/>
              </a:spcBef>
              <a:spcAft>
                <a:spcPts val="0"/>
              </a:spcAft>
              <a:buClr>
                <a:srgbClr val="444746"/>
              </a:buClr>
              <a:buSzPts val="1000"/>
              <a:buFont typeface="Arial"/>
              <a:buNone/>
            </a:pPr>
            <a:endParaRPr sz="1200" b="0" i="0" u="none" strike="noStrike" cap="none" dirty="0">
              <a:solidFill>
                <a:srgbClr val="4C4C4C"/>
              </a:solidFill>
              <a:latin typeface="Source Sans Pro" panose="020B0503030403020204" pitchFamily="34" charset="0"/>
              <a:ea typeface="Source Sans Pro" panose="020B0503030403020204" pitchFamily="34" charset="0"/>
              <a:sym typeface="Helvetica Neue"/>
            </a:endParaRPr>
          </a:p>
          <a:p>
            <a:pPr marL="0" marR="0" lvl="0" indent="0" algn="l" rtl="0">
              <a:lnSpc>
                <a:spcPct val="90000"/>
              </a:lnSpc>
              <a:spcBef>
                <a:spcPts val="0"/>
              </a:spcBef>
              <a:spcAft>
                <a:spcPts val="0"/>
              </a:spcAft>
              <a:buClr>
                <a:srgbClr val="444746"/>
              </a:buClr>
              <a:buSzPts val="1000"/>
              <a:buFont typeface="Arial"/>
              <a:buNone/>
            </a:pPr>
            <a:endParaRPr sz="1200" b="0" i="0" u="none" strike="noStrike" cap="none" dirty="0">
              <a:solidFill>
                <a:srgbClr val="4C4C4C"/>
              </a:solidFill>
              <a:latin typeface="Source Sans Pro" panose="020B0503030403020204" pitchFamily="34" charset="0"/>
              <a:ea typeface="Source Sans Pro" panose="020B0503030403020204" pitchFamily="34" charset="0"/>
              <a:sym typeface="Helvetica Neue"/>
            </a:endParaRPr>
          </a:p>
          <a:p>
            <a:pPr marL="0" marR="0" lvl="0" indent="0" algn="l" rtl="0">
              <a:lnSpc>
                <a:spcPct val="90000"/>
              </a:lnSpc>
              <a:spcBef>
                <a:spcPts val="0"/>
              </a:spcBef>
              <a:spcAft>
                <a:spcPts val="0"/>
              </a:spcAft>
              <a:buClr>
                <a:srgbClr val="444746"/>
              </a:buClr>
              <a:buSzPts val="1000"/>
              <a:buFont typeface="Arial"/>
              <a:buNone/>
            </a:pPr>
            <a:endParaRPr sz="1200" b="0" i="0" u="none" strike="noStrike" cap="none" dirty="0">
              <a:solidFill>
                <a:srgbClr val="4C4C4C"/>
              </a:solidFill>
              <a:latin typeface="Source Sans Pro" panose="020B0503030403020204" pitchFamily="34" charset="0"/>
              <a:ea typeface="Source Sans Pro" panose="020B0503030403020204" pitchFamily="34" charset="0"/>
              <a:sym typeface="Helvetica Neue"/>
            </a:endParaRPr>
          </a:p>
        </p:txBody>
      </p:sp>
      <p:grpSp>
        <p:nvGrpSpPr>
          <p:cNvPr id="79" name="Google Shape;79;p1"/>
          <p:cNvGrpSpPr/>
          <p:nvPr/>
        </p:nvGrpSpPr>
        <p:grpSpPr>
          <a:xfrm>
            <a:off x="334742" y="5288852"/>
            <a:ext cx="4361700" cy="2418940"/>
            <a:chOff x="349396" y="5473457"/>
            <a:chExt cx="4361700" cy="2418940"/>
          </a:xfrm>
        </p:grpSpPr>
        <p:sp>
          <p:nvSpPr>
            <p:cNvPr id="80" name="Google Shape;80;p1"/>
            <p:cNvSpPr txBox="1"/>
            <p:nvPr/>
          </p:nvSpPr>
          <p:spPr>
            <a:xfrm>
              <a:off x="349396" y="5473457"/>
              <a:ext cx="4361700" cy="803400"/>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rgbClr val="444746"/>
                </a:buClr>
                <a:buSzPts val="1000"/>
                <a:buFont typeface="Arial"/>
                <a:buNone/>
              </a:pPr>
              <a:r>
                <a:rPr lang="en-US" sz="1200" b="0" i="0" u="none" strike="noStrike" cap="none" dirty="0">
                  <a:solidFill>
                    <a:srgbClr val="4C4C4C"/>
                  </a:solidFill>
                  <a:latin typeface="Source Sans Pro" panose="020B0503030403020204" pitchFamily="34" charset="0"/>
                  <a:ea typeface="Source Sans Pro" panose="020B0503030403020204" pitchFamily="34" charset="0"/>
                  <a:sym typeface="Helvetica Neue"/>
                </a:rPr>
                <a:t>The landing page features an interactive </a:t>
              </a:r>
              <a:r>
                <a:rPr lang="en-US" sz="1200" b="0" i="1" u="none" strike="noStrike" cap="none" dirty="0">
                  <a:solidFill>
                    <a:srgbClr val="4C4C4C"/>
                  </a:solidFill>
                  <a:latin typeface="Source Sans Pro" panose="020B0503030403020204" pitchFamily="34" charset="0"/>
                  <a:ea typeface="Source Sans Pro" panose="020B0503030403020204" pitchFamily="34" charset="0"/>
                  <a:sym typeface="Helvetica Neue"/>
                </a:rPr>
                <a:t>Network Graph </a:t>
              </a:r>
              <a:r>
                <a:rPr lang="en-US" sz="1200" b="0" u="none" strike="noStrike" cap="none" dirty="0">
                  <a:solidFill>
                    <a:srgbClr val="4C4C4C"/>
                  </a:solidFill>
                  <a:latin typeface="Source Sans Pro" panose="020B0503030403020204" pitchFamily="34" charset="0"/>
                  <a:ea typeface="Source Sans Pro" panose="020B0503030403020204" pitchFamily="34" charset="0"/>
                  <a:sym typeface="Helvetica Neue"/>
                </a:rPr>
                <a:t>which </a:t>
              </a:r>
              <a:r>
                <a:rPr lang="en-US" sz="1200" b="0" i="0" u="none" strike="noStrike" cap="none" dirty="0">
                  <a:solidFill>
                    <a:srgbClr val="4C4C4C"/>
                  </a:solidFill>
                  <a:latin typeface="Source Sans Pro" panose="020B0503030403020204" pitchFamily="34" charset="0"/>
                  <a:ea typeface="Source Sans Pro" panose="020B0503030403020204" pitchFamily="34" charset="0"/>
                  <a:sym typeface="Helvetica Neue"/>
                </a:rPr>
                <a:t>displays collaboration, communication, and code dependency relationships.</a:t>
              </a:r>
              <a:endParaRPr sz="1200" b="0" i="0" u="none" strike="noStrike" cap="none" dirty="0">
                <a:solidFill>
                  <a:srgbClr val="4C4C4C"/>
                </a:solidFill>
                <a:latin typeface="Source Sans Pro" panose="020B0503030403020204" pitchFamily="34" charset="0"/>
                <a:ea typeface="Source Sans Pro" panose="020B0503030403020204" pitchFamily="34" charset="0"/>
                <a:sym typeface="Helvetica Neue"/>
              </a:endParaRPr>
            </a:p>
            <a:p>
              <a:pPr marL="0" marR="0" lvl="0" indent="0" algn="l" rtl="0">
                <a:lnSpc>
                  <a:spcPct val="90000"/>
                </a:lnSpc>
                <a:spcBef>
                  <a:spcPts val="0"/>
                </a:spcBef>
                <a:spcAft>
                  <a:spcPts val="0"/>
                </a:spcAft>
                <a:buClr>
                  <a:srgbClr val="444746"/>
                </a:buClr>
                <a:buSzPts val="1000"/>
                <a:buFont typeface="Arial"/>
                <a:buNone/>
              </a:pPr>
              <a:endParaRPr sz="1200" b="1" i="0" u="none" strike="noStrike" cap="none" dirty="0">
                <a:solidFill>
                  <a:srgbClr val="4C4C4C"/>
                </a:solidFill>
                <a:latin typeface="Source Sans Pro" panose="020B0503030403020204" pitchFamily="34" charset="0"/>
                <a:ea typeface="Source Sans Pro" panose="020B0503030403020204" pitchFamily="34" charset="0"/>
                <a:sym typeface="Helvetica Neue"/>
              </a:endParaRPr>
            </a:p>
          </p:txBody>
        </p:sp>
        <p:sp>
          <p:nvSpPr>
            <p:cNvPr id="81" name="Google Shape;81;p1"/>
            <p:cNvSpPr/>
            <p:nvPr/>
          </p:nvSpPr>
          <p:spPr>
            <a:xfrm>
              <a:off x="2272165" y="6536796"/>
              <a:ext cx="192300" cy="198000"/>
            </a:xfrm>
            <a:prstGeom prst="ellipse">
              <a:avLst/>
            </a:prstGeom>
            <a:solidFill>
              <a:srgbClr val="262626"/>
            </a:solidFill>
            <a:ln w="9525" cap="flat" cmpd="sng">
              <a:solidFill>
                <a:schemeClr val="dk2"/>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82" name="Google Shape;82;p1"/>
            <p:cNvSpPr/>
            <p:nvPr/>
          </p:nvSpPr>
          <p:spPr>
            <a:xfrm>
              <a:off x="3025031" y="6384725"/>
              <a:ext cx="192300" cy="198000"/>
            </a:xfrm>
            <a:prstGeom prst="ellipse">
              <a:avLst/>
            </a:prstGeom>
            <a:solidFill>
              <a:srgbClr val="9FC5E8"/>
            </a:solidFill>
            <a:ln w="9525" cap="flat" cmpd="sng">
              <a:solidFill>
                <a:schemeClr val="dk2"/>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83" name="Google Shape;83;p1"/>
            <p:cNvSpPr/>
            <p:nvPr/>
          </p:nvSpPr>
          <p:spPr>
            <a:xfrm>
              <a:off x="3363464" y="6216381"/>
              <a:ext cx="192300" cy="198000"/>
            </a:xfrm>
            <a:prstGeom prst="ellipse">
              <a:avLst/>
            </a:prstGeom>
            <a:solidFill>
              <a:srgbClr val="9FC5E8"/>
            </a:solidFill>
            <a:ln w="9525" cap="flat" cmpd="sng">
              <a:solidFill>
                <a:schemeClr val="dk2"/>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84" name="Google Shape;84;p1"/>
            <p:cNvSpPr/>
            <p:nvPr/>
          </p:nvSpPr>
          <p:spPr>
            <a:xfrm>
              <a:off x="3351703" y="6508719"/>
              <a:ext cx="192300" cy="198000"/>
            </a:xfrm>
            <a:prstGeom prst="ellipse">
              <a:avLst/>
            </a:prstGeom>
            <a:solidFill>
              <a:srgbClr val="9FC5E8"/>
            </a:solidFill>
            <a:ln w="9525" cap="flat" cmpd="sng">
              <a:solidFill>
                <a:schemeClr val="dk2"/>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85" name="Google Shape;85;p1"/>
            <p:cNvSpPr/>
            <p:nvPr/>
          </p:nvSpPr>
          <p:spPr>
            <a:xfrm>
              <a:off x="3733098" y="6444329"/>
              <a:ext cx="192300" cy="198000"/>
            </a:xfrm>
            <a:prstGeom prst="ellipse">
              <a:avLst/>
            </a:prstGeom>
            <a:solidFill>
              <a:srgbClr val="9FC5E8"/>
            </a:solidFill>
            <a:ln w="9525" cap="flat" cmpd="sng">
              <a:solidFill>
                <a:schemeClr val="dk2"/>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86" name="Google Shape;86;p1"/>
            <p:cNvSpPr/>
            <p:nvPr/>
          </p:nvSpPr>
          <p:spPr>
            <a:xfrm>
              <a:off x="3025019" y="6630902"/>
              <a:ext cx="192300" cy="198000"/>
            </a:xfrm>
            <a:prstGeom prst="ellipse">
              <a:avLst/>
            </a:prstGeom>
            <a:solidFill>
              <a:srgbClr val="9FC5E8"/>
            </a:solidFill>
            <a:ln w="9525" cap="flat" cmpd="sng">
              <a:solidFill>
                <a:schemeClr val="dk2"/>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87" name="Google Shape;87;p1"/>
            <p:cNvSpPr/>
            <p:nvPr/>
          </p:nvSpPr>
          <p:spPr>
            <a:xfrm>
              <a:off x="3394452" y="7283745"/>
              <a:ext cx="328200" cy="336900"/>
            </a:xfrm>
            <a:prstGeom prst="ellipse">
              <a:avLst/>
            </a:prstGeom>
            <a:solidFill>
              <a:srgbClr val="1155CC"/>
            </a:solidFill>
            <a:ln w="9525" cap="flat" cmpd="sng">
              <a:solidFill>
                <a:schemeClr val="dk2"/>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88" name="Google Shape;88;p1"/>
            <p:cNvSpPr/>
            <p:nvPr/>
          </p:nvSpPr>
          <p:spPr>
            <a:xfrm>
              <a:off x="3306955" y="7694397"/>
              <a:ext cx="192300" cy="198000"/>
            </a:xfrm>
            <a:prstGeom prst="ellipse">
              <a:avLst/>
            </a:prstGeom>
            <a:solidFill>
              <a:srgbClr val="1155CC"/>
            </a:solidFill>
            <a:ln w="9525" cap="flat" cmpd="sng">
              <a:solidFill>
                <a:schemeClr val="dk2"/>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89" name="Google Shape;89;p1"/>
            <p:cNvSpPr/>
            <p:nvPr/>
          </p:nvSpPr>
          <p:spPr>
            <a:xfrm>
              <a:off x="3525912" y="7009000"/>
              <a:ext cx="192300" cy="198000"/>
            </a:xfrm>
            <a:prstGeom prst="ellipse">
              <a:avLst/>
            </a:prstGeom>
            <a:solidFill>
              <a:srgbClr val="1155CC"/>
            </a:solidFill>
            <a:ln w="9525" cap="flat" cmpd="sng">
              <a:solidFill>
                <a:schemeClr val="dk2"/>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90" name="Google Shape;90;p1"/>
            <p:cNvSpPr/>
            <p:nvPr/>
          </p:nvSpPr>
          <p:spPr>
            <a:xfrm>
              <a:off x="1502561" y="6562801"/>
              <a:ext cx="305700" cy="308400"/>
            </a:xfrm>
            <a:prstGeom prst="ellipse">
              <a:avLst/>
            </a:prstGeom>
            <a:solidFill>
              <a:srgbClr val="FFE599"/>
            </a:solidFill>
            <a:ln w="17925" cap="flat" cmpd="sng">
              <a:solidFill>
                <a:schemeClr val="dk2"/>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91" name="Google Shape;91;p1"/>
            <p:cNvSpPr/>
            <p:nvPr/>
          </p:nvSpPr>
          <p:spPr>
            <a:xfrm>
              <a:off x="753904" y="6912021"/>
              <a:ext cx="192300" cy="198000"/>
            </a:xfrm>
            <a:prstGeom prst="ellipse">
              <a:avLst/>
            </a:prstGeom>
            <a:solidFill>
              <a:srgbClr val="FFE599"/>
            </a:solidFill>
            <a:ln w="9525" cap="flat" cmpd="sng">
              <a:solidFill>
                <a:schemeClr val="dk2"/>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92" name="Google Shape;92;p1"/>
            <p:cNvSpPr/>
            <p:nvPr/>
          </p:nvSpPr>
          <p:spPr>
            <a:xfrm>
              <a:off x="1095654" y="6392287"/>
              <a:ext cx="192300" cy="198000"/>
            </a:xfrm>
            <a:prstGeom prst="ellipse">
              <a:avLst/>
            </a:prstGeom>
            <a:solidFill>
              <a:srgbClr val="FFE599"/>
            </a:solidFill>
            <a:ln w="9525" cap="flat" cmpd="sng">
              <a:solidFill>
                <a:schemeClr val="dk2"/>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93" name="Google Shape;93;p1"/>
            <p:cNvSpPr/>
            <p:nvPr/>
          </p:nvSpPr>
          <p:spPr>
            <a:xfrm>
              <a:off x="627194" y="7126573"/>
              <a:ext cx="274500" cy="276300"/>
            </a:xfrm>
            <a:prstGeom prst="ellipse">
              <a:avLst/>
            </a:prstGeom>
            <a:solidFill>
              <a:srgbClr val="FFE599"/>
            </a:solidFill>
            <a:ln w="9525" cap="flat" cmpd="sng">
              <a:solidFill>
                <a:schemeClr val="dk2"/>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94" name="Google Shape;94;p1"/>
            <p:cNvSpPr/>
            <p:nvPr/>
          </p:nvSpPr>
          <p:spPr>
            <a:xfrm>
              <a:off x="1072285" y="7319697"/>
              <a:ext cx="192300" cy="198000"/>
            </a:xfrm>
            <a:prstGeom prst="ellipse">
              <a:avLst/>
            </a:prstGeom>
            <a:solidFill>
              <a:srgbClr val="FFE599"/>
            </a:solidFill>
            <a:ln w="9525" cap="flat" cmpd="sng">
              <a:solidFill>
                <a:schemeClr val="dk2"/>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95" name="Google Shape;95;p1"/>
            <p:cNvSpPr/>
            <p:nvPr/>
          </p:nvSpPr>
          <p:spPr>
            <a:xfrm>
              <a:off x="1483527" y="7286676"/>
              <a:ext cx="553500" cy="567900"/>
            </a:xfrm>
            <a:prstGeom prst="ellipse">
              <a:avLst/>
            </a:prstGeom>
            <a:solidFill>
              <a:srgbClr val="FFE599"/>
            </a:solidFill>
            <a:ln w="26900" cap="flat" cmpd="sng">
              <a:solidFill>
                <a:schemeClr val="dk2"/>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cxnSp>
          <p:nvCxnSpPr>
            <p:cNvPr id="96" name="Google Shape;96;p1"/>
            <p:cNvCxnSpPr>
              <a:stCxn id="81" idx="2"/>
              <a:endCxn id="90" idx="6"/>
            </p:cNvCxnSpPr>
            <p:nvPr/>
          </p:nvCxnSpPr>
          <p:spPr>
            <a:xfrm flipH="1">
              <a:off x="1808365" y="6635796"/>
              <a:ext cx="463800" cy="81300"/>
            </a:xfrm>
            <a:prstGeom prst="straightConnector1">
              <a:avLst/>
            </a:prstGeom>
            <a:noFill/>
            <a:ln w="9525" cap="flat" cmpd="sng">
              <a:solidFill>
                <a:schemeClr val="dk2"/>
              </a:solidFill>
              <a:prstDash val="solid"/>
              <a:round/>
              <a:headEnd type="none" w="sm" len="sm"/>
              <a:tailEnd type="stealth" w="med" len="med"/>
            </a:ln>
          </p:spPr>
        </p:cxnSp>
        <p:cxnSp>
          <p:nvCxnSpPr>
            <p:cNvPr id="97" name="Google Shape;97;p1"/>
            <p:cNvCxnSpPr>
              <a:stCxn id="90" idx="2"/>
              <a:endCxn id="98" idx="6"/>
            </p:cNvCxnSpPr>
            <p:nvPr/>
          </p:nvCxnSpPr>
          <p:spPr>
            <a:xfrm flipH="1">
              <a:off x="1147961" y="6717001"/>
              <a:ext cx="354600" cy="30600"/>
            </a:xfrm>
            <a:prstGeom prst="straightConnector1">
              <a:avLst/>
            </a:prstGeom>
            <a:noFill/>
            <a:ln w="9525" cap="flat" cmpd="sng">
              <a:solidFill>
                <a:schemeClr val="dk2"/>
              </a:solidFill>
              <a:prstDash val="solid"/>
              <a:round/>
              <a:headEnd type="none" w="sm" len="sm"/>
              <a:tailEnd type="stealth" w="med" len="med"/>
            </a:ln>
          </p:spPr>
        </p:cxnSp>
        <p:cxnSp>
          <p:nvCxnSpPr>
            <p:cNvPr id="99" name="Google Shape;99;p1"/>
            <p:cNvCxnSpPr>
              <a:stCxn id="95" idx="1"/>
              <a:endCxn id="100" idx="5"/>
            </p:cNvCxnSpPr>
            <p:nvPr/>
          </p:nvCxnSpPr>
          <p:spPr>
            <a:xfrm rot="10800000">
              <a:off x="1424485" y="7157143"/>
              <a:ext cx="140100" cy="212700"/>
            </a:xfrm>
            <a:prstGeom prst="straightConnector1">
              <a:avLst/>
            </a:prstGeom>
            <a:noFill/>
            <a:ln w="9525" cap="flat" cmpd="sng">
              <a:solidFill>
                <a:schemeClr val="dk2"/>
              </a:solidFill>
              <a:prstDash val="solid"/>
              <a:round/>
              <a:headEnd type="none" w="sm" len="sm"/>
              <a:tailEnd type="stealth" w="med" len="med"/>
            </a:ln>
          </p:spPr>
        </p:cxnSp>
        <p:cxnSp>
          <p:nvCxnSpPr>
            <p:cNvPr id="101" name="Google Shape;101;p1"/>
            <p:cNvCxnSpPr>
              <a:stCxn id="95" idx="2"/>
              <a:endCxn id="94" idx="5"/>
            </p:cNvCxnSpPr>
            <p:nvPr/>
          </p:nvCxnSpPr>
          <p:spPr>
            <a:xfrm rot="10800000">
              <a:off x="1236327" y="7488726"/>
              <a:ext cx="247200" cy="81900"/>
            </a:xfrm>
            <a:prstGeom prst="straightConnector1">
              <a:avLst/>
            </a:prstGeom>
            <a:noFill/>
            <a:ln w="9525" cap="flat" cmpd="sng">
              <a:solidFill>
                <a:schemeClr val="dk2"/>
              </a:solidFill>
              <a:prstDash val="solid"/>
              <a:round/>
              <a:headEnd type="none" w="sm" len="sm"/>
              <a:tailEnd type="stealth" w="med" len="med"/>
            </a:ln>
          </p:spPr>
        </p:cxnSp>
        <p:cxnSp>
          <p:nvCxnSpPr>
            <p:cNvPr id="102" name="Google Shape;102;p1"/>
            <p:cNvCxnSpPr>
              <a:stCxn id="94" idx="2"/>
              <a:endCxn id="93" idx="6"/>
            </p:cNvCxnSpPr>
            <p:nvPr/>
          </p:nvCxnSpPr>
          <p:spPr>
            <a:xfrm rot="10800000">
              <a:off x="901585" y="7264797"/>
              <a:ext cx="170700" cy="153900"/>
            </a:xfrm>
            <a:prstGeom prst="straightConnector1">
              <a:avLst/>
            </a:prstGeom>
            <a:noFill/>
            <a:ln w="9525" cap="flat" cmpd="sng">
              <a:solidFill>
                <a:schemeClr val="dk2"/>
              </a:solidFill>
              <a:prstDash val="solid"/>
              <a:round/>
              <a:headEnd type="none" w="sm" len="sm"/>
              <a:tailEnd type="stealth" w="med" len="med"/>
            </a:ln>
          </p:spPr>
        </p:cxnSp>
        <p:cxnSp>
          <p:nvCxnSpPr>
            <p:cNvPr id="103" name="Google Shape;103;p1"/>
            <p:cNvCxnSpPr>
              <a:stCxn id="100" idx="2"/>
              <a:endCxn id="91" idx="5"/>
            </p:cNvCxnSpPr>
            <p:nvPr/>
          </p:nvCxnSpPr>
          <p:spPr>
            <a:xfrm rot="10800000">
              <a:off x="918158" y="7080954"/>
              <a:ext cx="342300" cy="6300"/>
            </a:xfrm>
            <a:prstGeom prst="straightConnector1">
              <a:avLst/>
            </a:prstGeom>
            <a:noFill/>
            <a:ln w="9525" cap="flat" cmpd="sng">
              <a:solidFill>
                <a:schemeClr val="dk2"/>
              </a:solidFill>
              <a:prstDash val="solid"/>
              <a:round/>
              <a:headEnd type="none" w="sm" len="sm"/>
              <a:tailEnd type="stealth" w="med" len="med"/>
            </a:ln>
          </p:spPr>
        </p:cxnSp>
        <p:cxnSp>
          <p:nvCxnSpPr>
            <p:cNvPr id="104" name="Google Shape;104;p1"/>
            <p:cNvCxnSpPr>
              <a:stCxn id="90" idx="1"/>
              <a:endCxn id="92" idx="5"/>
            </p:cNvCxnSpPr>
            <p:nvPr/>
          </p:nvCxnSpPr>
          <p:spPr>
            <a:xfrm rot="10800000">
              <a:off x="1259930" y="6561165"/>
              <a:ext cx="287400" cy="46800"/>
            </a:xfrm>
            <a:prstGeom prst="straightConnector1">
              <a:avLst/>
            </a:prstGeom>
            <a:noFill/>
            <a:ln w="9525" cap="flat" cmpd="sng">
              <a:solidFill>
                <a:schemeClr val="dk2"/>
              </a:solidFill>
              <a:prstDash val="solid"/>
              <a:round/>
              <a:headEnd type="none" w="sm" len="sm"/>
              <a:tailEnd type="stealth" w="med" len="med"/>
            </a:ln>
          </p:spPr>
        </p:cxnSp>
        <p:cxnSp>
          <p:nvCxnSpPr>
            <p:cNvPr id="105" name="Google Shape;105;p1"/>
            <p:cNvCxnSpPr>
              <a:stCxn id="106" idx="2"/>
              <a:endCxn id="100" idx="6"/>
            </p:cNvCxnSpPr>
            <p:nvPr/>
          </p:nvCxnSpPr>
          <p:spPr>
            <a:xfrm flipH="1">
              <a:off x="1452787" y="6884071"/>
              <a:ext cx="710100" cy="203100"/>
            </a:xfrm>
            <a:prstGeom prst="straightConnector1">
              <a:avLst/>
            </a:prstGeom>
            <a:noFill/>
            <a:ln w="9525" cap="flat" cmpd="sng">
              <a:solidFill>
                <a:schemeClr val="dk2"/>
              </a:solidFill>
              <a:prstDash val="solid"/>
              <a:round/>
              <a:headEnd type="none" w="sm" len="sm"/>
              <a:tailEnd type="stealth" w="med" len="med"/>
            </a:ln>
          </p:spPr>
        </p:cxnSp>
        <p:cxnSp>
          <p:nvCxnSpPr>
            <p:cNvPr id="107" name="Google Shape;107;p1"/>
            <p:cNvCxnSpPr>
              <a:stCxn id="106" idx="2"/>
              <a:endCxn id="91" idx="6"/>
            </p:cNvCxnSpPr>
            <p:nvPr/>
          </p:nvCxnSpPr>
          <p:spPr>
            <a:xfrm flipH="1">
              <a:off x="946087" y="6884071"/>
              <a:ext cx="1216800" cy="126900"/>
            </a:xfrm>
            <a:prstGeom prst="straightConnector1">
              <a:avLst/>
            </a:prstGeom>
            <a:noFill/>
            <a:ln w="9525" cap="flat" cmpd="sng">
              <a:solidFill>
                <a:schemeClr val="dk2"/>
              </a:solidFill>
              <a:prstDash val="solid"/>
              <a:round/>
              <a:headEnd type="none" w="sm" len="sm"/>
              <a:tailEnd type="stealth" w="med" len="med"/>
            </a:ln>
          </p:spPr>
        </p:cxnSp>
        <p:sp>
          <p:nvSpPr>
            <p:cNvPr id="100" name="Google Shape;100;p1"/>
            <p:cNvSpPr/>
            <p:nvPr/>
          </p:nvSpPr>
          <p:spPr>
            <a:xfrm>
              <a:off x="1260458" y="6988254"/>
              <a:ext cx="192300" cy="198000"/>
            </a:xfrm>
            <a:prstGeom prst="ellipse">
              <a:avLst/>
            </a:prstGeom>
            <a:solidFill>
              <a:srgbClr val="FFE599"/>
            </a:solidFill>
            <a:ln w="9525" cap="flat" cmpd="sng">
              <a:solidFill>
                <a:schemeClr val="dk2"/>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cxnSp>
          <p:nvCxnSpPr>
            <p:cNvPr id="108" name="Google Shape;108;p1"/>
            <p:cNvCxnSpPr>
              <a:stCxn id="81" idx="2"/>
              <a:endCxn id="94" idx="7"/>
            </p:cNvCxnSpPr>
            <p:nvPr/>
          </p:nvCxnSpPr>
          <p:spPr>
            <a:xfrm flipH="1">
              <a:off x="1236565" y="6635796"/>
              <a:ext cx="1035600" cy="712800"/>
            </a:xfrm>
            <a:prstGeom prst="straightConnector1">
              <a:avLst/>
            </a:prstGeom>
            <a:noFill/>
            <a:ln w="9525" cap="flat" cmpd="sng">
              <a:solidFill>
                <a:schemeClr val="dk2"/>
              </a:solidFill>
              <a:prstDash val="solid"/>
              <a:round/>
              <a:headEnd type="none" w="sm" len="sm"/>
              <a:tailEnd type="stealth" w="med" len="med"/>
            </a:ln>
          </p:spPr>
        </p:cxnSp>
        <p:cxnSp>
          <p:nvCxnSpPr>
            <p:cNvPr id="109" name="Google Shape;109;p1"/>
            <p:cNvCxnSpPr>
              <a:stCxn id="110" idx="6"/>
              <a:endCxn id="87" idx="1"/>
            </p:cNvCxnSpPr>
            <p:nvPr/>
          </p:nvCxnSpPr>
          <p:spPr>
            <a:xfrm>
              <a:off x="2597654" y="6924749"/>
              <a:ext cx="844800" cy="408300"/>
            </a:xfrm>
            <a:prstGeom prst="straightConnector1">
              <a:avLst/>
            </a:prstGeom>
            <a:noFill/>
            <a:ln w="17925" cap="flat" cmpd="sng">
              <a:solidFill>
                <a:schemeClr val="dk2"/>
              </a:solidFill>
              <a:prstDash val="solid"/>
              <a:round/>
              <a:headEnd type="none" w="sm" len="sm"/>
              <a:tailEnd type="stealth" w="med" len="med"/>
            </a:ln>
          </p:spPr>
        </p:cxnSp>
        <p:cxnSp>
          <p:nvCxnSpPr>
            <p:cNvPr id="111" name="Google Shape;111;p1"/>
            <p:cNvCxnSpPr>
              <a:stCxn id="81" idx="5"/>
              <a:endCxn id="87" idx="1"/>
            </p:cNvCxnSpPr>
            <p:nvPr/>
          </p:nvCxnSpPr>
          <p:spPr>
            <a:xfrm>
              <a:off x="2436303" y="6705800"/>
              <a:ext cx="1006200" cy="627300"/>
            </a:xfrm>
            <a:prstGeom prst="straightConnector1">
              <a:avLst/>
            </a:prstGeom>
            <a:noFill/>
            <a:ln w="17925" cap="flat" cmpd="sng">
              <a:solidFill>
                <a:schemeClr val="dk2"/>
              </a:solidFill>
              <a:prstDash val="solid"/>
              <a:round/>
              <a:headEnd type="none" w="sm" len="sm"/>
              <a:tailEnd type="stealth" w="med" len="med"/>
            </a:ln>
          </p:spPr>
        </p:cxnSp>
        <p:sp>
          <p:nvSpPr>
            <p:cNvPr id="98" name="Google Shape;98;p1"/>
            <p:cNvSpPr/>
            <p:nvPr/>
          </p:nvSpPr>
          <p:spPr>
            <a:xfrm>
              <a:off x="955656" y="6648661"/>
              <a:ext cx="192300" cy="198000"/>
            </a:xfrm>
            <a:prstGeom prst="ellipse">
              <a:avLst/>
            </a:prstGeom>
            <a:solidFill>
              <a:srgbClr val="FFE599"/>
            </a:solidFill>
            <a:ln w="9525" cap="flat" cmpd="sng">
              <a:solidFill>
                <a:schemeClr val="dk2"/>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cxnSp>
          <p:nvCxnSpPr>
            <p:cNvPr id="112" name="Google Shape;112;p1"/>
            <p:cNvCxnSpPr>
              <a:stCxn id="106" idx="2"/>
              <a:endCxn id="94" idx="6"/>
            </p:cNvCxnSpPr>
            <p:nvPr/>
          </p:nvCxnSpPr>
          <p:spPr>
            <a:xfrm flipH="1">
              <a:off x="1264687" y="6884071"/>
              <a:ext cx="898200" cy="534600"/>
            </a:xfrm>
            <a:prstGeom prst="straightConnector1">
              <a:avLst/>
            </a:prstGeom>
            <a:noFill/>
            <a:ln w="9525" cap="flat" cmpd="sng">
              <a:solidFill>
                <a:schemeClr val="dk2"/>
              </a:solidFill>
              <a:prstDash val="solid"/>
              <a:round/>
              <a:headEnd type="none" w="sm" len="sm"/>
              <a:tailEnd type="stealth" w="med" len="med"/>
            </a:ln>
          </p:spPr>
        </p:cxnSp>
        <p:cxnSp>
          <p:nvCxnSpPr>
            <p:cNvPr id="113" name="Google Shape;113;p1"/>
            <p:cNvCxnSpPr>
              <a:stCxn id="110" idx="3"/>
              <a:endCxn id="95" idx="7"/>
            </p:cNvCxnSpPr>
            <p:nvPr/>
          </p:nvCxnSpPr>
          <p:spPr>
            <a:xfrm flipH="1">
              <a:off x="1955916" y="6994753"/>
              <a:ext cx="477600" cy="375000"/>
            </a:xfrm>
            <a:prstGeom prst="straightConnector1">
              <a:avLst/>
            </a:prstGeom>
            <a:noFill/>
            <a:ln w="9525" cap="flat" cmpd="sng">
              <a:solidFill>
                <a:schemeClr val="dk2"/>
              </a:solidFill>
              <a:prstDash val="solid"/>
              <a:round/>
              <a:headEnd type="none" w="sm" len="sm"/>
              <a:tailEnd type="stealth" w="med" len="med"/>
            </a:ln>
          </p:spPr>
        </p:cxnSp>
        <p:cxnSp>
          <p:nvCxnSpPr>
            <p:cNvPr id="114" name="Google Shape;114;p1"/>
            <p:cNvCxnSpPr>
              <a:stCxn id="110" idx="6"/>
              <a:endCxn id="86" idx="2"/>
            </p:cNvCxnSpPr>
            <p:nvPr/>
          </p:nvCxnSpPr>
          <p:spPr>
            <a:xfrm rot="10800000" flipH="1">
              <a:off x="2597654" y="6730049"/>
              <a:ext cx="427500" cy="194700"/>
            </a:xfrm>
            <a:prstGeom prst="straightConnector1">
              <a:avLst/>
            </a:prstGeom>
            <a:noFill/>
            <a:ln w="9525" cap="flat" cmpd="sng">
              <a:solidFill>
                <a:schemeClr val="dk2"/>
              </a:solidFill>
              <a:prstDash val="solid"/>
              <a:round/>
              <a:headEnd type="none" w="sm" len="sm"/>
              <a:tailEnd type="stealth" w="med" len="med"/>
            </a:ln>
          </p:spPr>
        </p:cxnSp>
        <p:cxnSp>
          <p:nvCxnSpPr>
            <p:cNvPr id="115" name="Google Shape;115;p1"/>
            <p:cNvCxnSpPr>
              <a:stCxn id="86" idx="7"/>
              <a:endCxn id="84" idx="2"/>
            </p:cNvCxnSpPr>
            <p:nvPr/>
          </p:nvCxnSpPr>
          <p:spPr>
            <a:xfrm rot="10800000" flipH="1">
              <a:off x="3189157" y="6607698"/>
              <a:ext cx="162600" cy="52200"/>
            </a:xfrm>
            <a:prstGeom prst="straightConnector1">
              <a:avLst/>
            </a:prstGeom>
            <a:noFill/>
            <a:ln w="9525" cap="flat" cmpd="sng">
              <a:solidFill>
                <a:schemeClr val="dk2"/>
              </a:solidFill>
              <a:prstDash val="solid"/>
              <a:round/>
              <a:headEnd type="none" w="sm" len="sm"/>
              <a:tailEnd type="stealth" w="med" len="med"/>
            </a:ln>
          </p:spPr>
        </p:cxnSp>
        <p:cxnSp>
          <p:nvCxnSpPr>
            <p:cNvPr id="116" name="Google Shape;116;p1"/>
            <p:cNvCxnSpPr>
              <a:stCxn id="84" idx="6"/>
              <a:endCxn id="85" idx="2"/>
            </p:cNvCxnSpPr>
            <p:nvPr/>
          </p:nvCxnSpPr>
          <p:spPr>
            <a:xfrm rot="10800000" flipH="1">
              <a:off x="3544003" y="6543219"/>
              <a:ext cx="189000" cy="64500"/>
            </a:xfrm>
            <a:prstGeom prst="straightConnector1">
              <a:avLst/>
            </a:prstGeom>
            <a:noFill/>
            <a:ln w="9525" cap="flat" cmpd="sng">
              <a:solidFill>
                <a:schemeClr val="dk2"/>
              </a:solidFill>
              <a:prstDash val="solid"/>
              <a:round/>
              <a:headEnd type="none" w="sm" len="sm"/>
              <a:tailEnd type="stealth" w="med" len="med"/>
            </a:ln>
          </p:spPr>
        </p:cxnSp>
        <p:cxnSp>
          <p:nvCxnSpPr>
            <p:cNvPr id="117" name="Google Shape;117;p1"/>
            <p:cNvCxnSpPr>
              <a:stCxn id="81" idx="6"/>
              <a:endCxn id="82" idx="2"/>
            </p:cNvCxnSpPr>
            <p:nvPr/>
          </p:nvCxnSpPr>
          <p:spPr>
            <a:xfrm rot="10800000" flipH="1">
              <a:off x="2464465" y="6483696"/>
              <a:ext cx="560700" cy="152100"/>
            </a:xfrm>
            <a:prstGeom prst="straightConnector1">
              <a:avLst/>
            </a:prstGeom>
            <a:noFill/>
            <a:ln w="9525" cap="flat" cmpd="sng">
              <a:solidFill>
                <a:schemeClr val="dk2"/>
              </a:solidFill>
              <a:prstDash val="solid"/>
              <a:round/>
              <a:headEnd type="none" w="sm" len="sm"/>
              <a:tailEnd type="stealth" w="med" len="med"/>
            </a:ln>
          </p:spPr>
        </p:cxnSp>
        <p:sp>
          <p:nvSpPr>
            <p:cNvPr id="110" name="Google Shape;110;p1"/>
            <p:cNvSpPr/>
            <p:nvPr/>
          </p:nvSpPr>
          <p:spPr>
            <a:xfrm>
              <a:off x="2405354" y="6825749"/>
              <a:ext cx="192300" cy="198000"/>
            </a:xfrm>
            <a:prstGeom prst="ellipse">
              <a:avLst/>
            </a:prstGeom>
            <a:solidFill>
              <a:srgbClr val="262626"/>
            </a:solidFill>
            <a:ln w="9525" cap="flat" cmpd="sng">
              <a:solidFill>
                <a:schemeClr val="dk2"/>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cxnSp>
          <p:nvCxnSpPr>
            <p:cNvPr id="118" name="Google Shape;118;p1"/>
            <p:cNvCxnSpPr>
              <a:stCxn id="82" idx="7"/>
              <a:endCxn id="83" idx="2"/>
            </p:cNvCxnSpPr>
            <p:nvPr/>
          </p:nvCxnSpPr>
          <p:spPr>
            <a:xfrm rot="10800000" flipH="1">
              <a:off x="3189169" y="6315321"/>
              <a:ext cx="174300" cy="98400"/>
            </a:xfrm>
            <a:prstGeom prst="straightConnector1">
              <a:avLst/>
            </a:prstGeom>
            <a:noFill/>
            <a:ln w="9525" cap="flat" cmpd="sng">
              <a:solidFill>
                <a:schemeClr val="dk2"/>
              </a:solidFill>
              <a:prstDash val="solid"/>
              <a:round/>
              <a:headEnd type="none" w="sm" len="sm"/>
              <a:tailEnd type="stealth" w="med" len="med"/>
            </a:ln>
          </p:spPr>
        </p:cxnSp>
        <p:sp>
          <p:nvSpPr>
            <p:cNvPr id="106" name="Google Shape;106;p1"/>
            <p:cNvSpPr/>
            <p:nvPr/>
          </p:nvSpPr>
          <p:spPr>
            <a:xfrm>
              <a:off x="2162887" y="6785071"/>
              <a:ext cx="192300" cy="198000"/>
            </a:xfrm>
            <a:prstGeom prst="ellipse">
              <a:avLst/>
            </a:prstGeom>
            <a:solidFill>
              <a:srgbClr val="262626"/>
            </a:solidFill>
            <a:ln w="9525" cap="flat" cmpd="sng">
              <a:solidFill>
                <a:schemeClr val="dk2"/>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cxnSp>
          <p:nvCxnSpPr>
            <p:cNvPr id="119" name="Google Shape;119;p1"/>
            <p:cNvCxnSpPr>
              <a:stCxn id="95" idx="6"/>
              <a:endCxn id="87" idx="2"/>
            </p:cNvCxnSpPr>
            <p:nvPr/>
          </p:nvCxnSpPr>
          <p:spPr>
            <a:xfrm rot="10800000" flipH="1">
              <a:off x="2037027" y="7452126"/>
              <a:ext cx="1357500" cy="118500"/>
            </a:xfrm>
            <a:prstGeom prst="straightConnector1">
              <a:avLst/>
            </a:prstGeom>
            <a:noFill/>
            <a:ln w="35850" cap="flat" cmpd="sng">
              <a:solidFill>
                <a:schemeClr val="dk2"/>
              </a:solidFill>
              <a:prstDash val="solid"/>
              <a:round/>
              <a:headEnd type="stealth" w="med" len="med"/>
              <a:tailEnd type="none" w="sm" len="sm"/>
            </a:ln>
          </p:spPr>
        </p:cxnSp>
        <p:cxnSp>
          <p:nvCxnSpPr>
            <p:cNvPr id="120" name="Google Shape;120;p1"/>
            <p:cNvCxnSpPr>
              <a:stCxn id="88" idx="1"/>
              <a:endCxn id="90" idx="5"/>
            </p:cNvCxnSpPr>
            <p:nvPr/>
          </p:nvCxnSpPr>
          <p:spPr>
            <a:xfrm rot="10800000">
              <a:off x="1763417" y="6826093"/>
              <a:ext cx="1571700" cy="897300"/>
            </a:xfrm>
            <a:prstGeom prst="straightConnector1">
              <a:avLst/>
            </a:prstGeom>
            <a:noFill/>
            <a:ln w="9525" cap="flat" cmpd="sng">
              <a:solidFill>
                <a:schemeClr val="dk2"/>
              </a:solidFill>
              <a:prstDash val="solid"/>
              <a:round/>
              <a:headEnd type="none" w="sm" len="sm"/>
              <a:tailEnd type="stealth" w="med" len="med"/>
            </a:ln>
          </p:spPr>
        </p:cxnSp>
        <p:cxnSp>
          <p:nvCxnSpPr>
            <p:cNvPr id="121" name="Google Shape;121;p1"/>
            <p:cNvCxnSpPr>
              <a:stCxn id="106" idx="3"/>
              <a:endCxn id="95" idx="7"/>
            </p:cNvCxnSpPr>
            <p:nvPr/>
          </p:nvCxnSpPr>
          <p:spPr>
            <a:xfrm flipH="1">
              <a:off x="1955849" y="6954075"/>
              <a:ext cx="235200" cy="415800"/>
            </a:xfrm>
            <a:prstGeom prst="straightConnector1">
              <a:avLst/>
            </a:prstGeom>
            <a:noFill/>
            <a:ln w="35850" cap="flat" cmpd="sng">
              <a:solidFill>
                <a:schemeClr val="dk2"/>
              </a:solidFill>
              <a:prstDash val="solid"/>
              <a:round/>
              <a:headEnd type="none" w="sm" len="sm"/>
              <a:tailEnd type="stealth" w="med" len="med"/>
            </a:ln>
          </p:spPr>
        </p:cxnSp>
        <p:cxnSp>
          <p:nvCxnSpPr>
            <p:cNvPr id="122" name="Google Shape;122;p1"/>
            <p:cNvCxnSpPr>
              <a:stCxn id="110" idx="5"/>
              <a:endCxn id="88" idx="1"/>
            </p:cNvCxnSpPr>
            <p:nvPr/>
          </p:nvCxnSpPr>
          <p:spPr>
            <a:xfrm>
              <a:off x="2569492" y="6994753"/>
              <a:ext cx="765600" cy="728700"/>
            </a:xfrm>
            <a:prstGeom prst="straightConnector1">
              <a:avLst/>
            </a:prstGeom>
            <a:noFill/>
            <a:ln w="9525" cap="flat" cmpd="sng">
              <a:solidFill>
                <a:schemeClr val="dk2"/>
              </a:solidFill>
              <a:prstDash val="solid"/>
              <a:round/>
              <a:headEnd type="none" w="sm" len="sm"/>
              <a:tailEnd type="stealth" w="med" len="med"/>
            </a:ln>
          </p:spPr>
        </p:cxnSp>
        <p:cxnSp>
          <p:nvCxnSpPr>
            <p:cNvPr id="123" name="Google Shape;123;p1"/>
            <p:cNvCxnSpPr>
              <a:stCxn id="81" idx="6"/>
              <a:endCxn id="86" idx="2"/>
            </p:cNvCxnSpPr>
            <p:nvPr/>
          </p:nvCxnSpPr>
          <p:spPr>
            <a:xfrm>
              <a:off x="2464465" y="6635796"/>
              <a:ext cx="560700" cy="94200"/>
            </a:xfrm>
            <a:prstGeom prst="straightConnector1">
              <a:avLst/>
            </a:prstGeom>
            <a:noFill/>
            <a:ln w="9525" cap="flat" cmpd="sng">
              <a:solidFill>
                <a:schemeClr val="dk2"/>
              </a:solidFill>
              <a:prstDash val="solid"/>
              <a:round/>
              <a:headEnd type="none" w="sm" len="sm"/>
              <a:tailEnd type="stealth" w="med" len="med"/>
            </a:ln>
          </p:spPr>
        </p:cxnSp>
        <p:cxnSp>
          <p:nvCxnSpPr>
            <p:cNvPr id="124" name="Google Shape;124;p1"/>
            <p:cNvCxnSpPr>
              <a:stCxn id="110" idx="6"/>
              <a:endCxn id="89" idx="2"/>
            </p:cNvCxnSpPr>
            <p:nvPr/>
          </p:nvCxnSpPr>
          <p:spPr>
            <a:xfrm>
              <a:off x="2597654" y="6924749"/>
              <a:ext cx="928200" cy="183300"/>
            </a:xfrm>
            <a:prstGeom prst="straightConnector1">
              <a:avLst/>
            </a:prstGeom>
            <a:noFill/>
            <a:ln w="9525" cap="flat" cmpd="sng">
              <a:solidFill>
                <a:schemeClr val="dk2"/>
              </a:solidFill>
              <a:prstDash val="solid"/>
              <a:round/>
              <a:headEnd type="none" w="sm" len="sm"/>
              <a:tailEnd type="stealth" w="med" len="med"/>
            </a:ln>
          </p:spPr>
        </p:cxnSp>
      </p:grpSp>
      <p:sp>
        <p:nvSpPr>
          <p:cNvPr id="69" name="Google Shape;69;p1"/>
          <p:cNvSpPr txBox="1"/>
          <p:nvPr/>
        </p:nvSpPr>
        <p:spPr>
          <a:xfrm>
            <a:off x="4981622" y="1624492"/>
            <a:ext cx="4096200" cy="345900"/>
          </a:xfrm>
          <a:prstGeom prst="rect">
            <a:avLst/>
          </a:prstGeom>
          <a:noFill/>
          <a:ln>
            <a:noFill/>
          </a:ln>
        </p:spPr>
        <p:txBody>
          <a:bodyPr spcFirstLastPara="1" wrap="square" lIns="12700" tIns="12700" rIns="12700" bIns="12700" anchor="ctr" anchorCtr="0">
            <a:spAutoFit/>
          </a:bodyPr>
          <a:lstStyle/>
          <a:p>
            <a:pPr marL="0" marR="0" lvl="1" indent="0" algn="l" rtl="0">
              <a:lnSpc>
                <a:spcPct val="80000"/>
              </a:lnSpc>
              <a:spcBef>
                <a:spcPts val="0"/>
              </a:spcBef>
              <a:spcAft>
                <a:spcPts val="0"/>
              </a:spcAft>
              <a:buClr>
                <a:srgbClr val="4C4C4C"/>
              </a:buClr>
              <a:buSzPts val="2500"/>
              <a:buFont typeface="Arial"/>
              <a:buNone/>
            </a:pPr>
            <a:r>
              <a:rPr lang="en-US" sz="2500" i="0" u="none" strike="noStrike" cap="none" dirty="0">
                <a:solidFill>
                  <a:srgbClr val="628DB5"/>
                </a:solidFill>
                <a:latin typeface="Source Sans Pro" panose="020B0503030403020204" pitchFamily="34" charset="0"/>
                <a:ea typeface="Source Sans Pro" panose="020B0503030403020204" pitchFamily="34" charset="0"/>
              </a:rPr>
              <a:t>Data Types</a:t>
            </a:r>
            <a:endParaRPr sz="2500" i="0" u="none" strike="noStrike" cap="none" dirty="0">
              <a:solidFill>
                <a:srgbClr val="628DB5"/>
              </a:solidFill>
              <a:latin typeface="Source Sans Pro" panose="020B0503030403020204" pitchFamily="34" charset="0"/>
              <a:ea typeface="Source Sans Pro" panose="020B0503030403020204" pitchFamily="34" charset="0"/>
            </a:endParaRPr>
          </a:p>
        </p:txBody>
      </p:sp>
      <p:grpSp>
        <p:nvGrpSpPr>
          <p:cNvPr id="6" name="Group 5">
            <a:extLst>
              <a:ext uri="{FF2B5EF4-FFF2-40B4-BE49-F238E27FC236}">
                <a16:creationId xmlns:a16="http://schemas.microsoft.com/office/drawing/2014/main" id="{029C1110-9B4C-2705-5BE3-3AA7B32106CF}"/>
              </a:ext>
            </a:extLst>
          </p:cNvPr>
          <p:cNvGrpSpPr/>
          <p:nvPr/>
        </p:nvGrpSpPr>
        <p:grpSpPr>
          <a:xfrm>
            <a:off x="4939708" y="2084615"/>
            <a:ext cx="4444527" cy="2353493"/>
            <a:chOff x="4939708" y="2103665"/>
            <a:chExt cx="4444527" cy="2353493"/>
          </a:xfrm>
        </p:grpSpPr>
        <p:sp>
          <p:nvSpPr>
            <p:cNvPr id="71" name="Google Shape;71;p1"/>
            <p:cNvSpPr txBox="1"/>
            <p:nvPr/>
          </p:nvSpPr>
          <p:spPr>
            <a:xfrm>
              <a:off x="5022535" y="2103665"/>
              <a:ext cx="4361700" cy="1961400"/>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rgbClr val="444746"/>
                </a:buClr>
                <a:buSzPts val="1000"/>
                <a:buFont typeface="Arial"/>
                <a:buNone/>
              </a:pPr>
              <a:r>
                <a:rPr lang="en-US" sz="1200" b="0" i="0" u="none" strike="noStrike" cap="none" dirty="0">
                  <a:solidFill>
                    <a:srgbClr val="4C4C4C"/>
                  </a:solidFill>
                  <a:latin typeface="Source Sans Pro" panose="020B0503030403020204" pitchFamily="34" charset="0"/>
                  <a:ea typeface="Source Sans Pro" panose="020B0503030403020204" pitchFamily="34" charset="0"/>
                  <a:sym typeface="Helvetica Neue"/>
                </a:rPr>
                <a:t>Data may contain one or more of:</a:t>
              </a:r>
              <a:endParaRPr sz="1200" b="0" i="0" u="none" strike="noStrike" cap="none" dirty="0">
                <a:solidFill>
                  <a:srgbClr val="4C4C4C"/>
                </a:solidFill>
                <a:latin typeface="Source Sans Pro" panose="020B0503030403020204" pitchFamily="34" charset="0"/>
                <a:ea typeface="Source Sans Pro" panose="020B0503030403020204" pitchFamily="34" charset="0"/>
                <a:sym typeface="Helvetica Neue"/>
              </a:endParaRPr>
            </a:p>
            <a:p>
              <a:pPr marL="0" marR="0" lvl="0" indent="0" algn="l" rtl="0">
                <a:lnSpc>
                  <a:spcPct val="90000"/>
                </a:lnSpc>
                <a:spcBef>
                  <a:spcPts val="0"/>
                </a:spcBef>
                <a:spcAft>
                  <a:spcPts val="0"/>
                </a:spcAft>
                <a:buClr>
                  <a:srgbClr val="444746"/>
                </a:buClr>
                <a:buSzPts val="1000"/>
                <a:buFont typeface="Arial"/>
                <a:buNone/>
              </a:pPr>
              <a:endParaRPr sz="1200" b="0" i="0" u="none" strike="noStrike" cap="none" dirty="0">
                <a:solidFill>
                  <a:srgbClr val="4C4C4C"/>
                </a:solidFill>
                <a:latin typeface="Source Sans Pro" panose="020B0503030403020204" pitchFamily="34" charset="0"/>
                <a:ea typeface="Source Sans Pro" panose="020B0503030403020204" pitchFamily="34" charset="0"/>
                <a:sym typeface="Helvetica Neue"/>
              </a:endParaRPr>
            </a:p>
            <a:p>
              <a:pPr marL="457200" marR="0" lvl="0" indent="-323850" algn="l" rtl="0">
                <a:lnSpc>
                  <a:spcPct val="90000"/>
                </a:lnSpc>
                <a:spcBef>
                  <a:spcPts val="0"/>
                </a:spcBef>
                <a:spcAft>
                  <a:spcPts val="0"/>
                </a:spcAft>
                <a:buClr>
                  <a:srgbClr val="000000"/>
                </a:buClr>
                <a:buSzPts val="1500"/>
                <a:buFont typeface="Helvetica Neue"/>
                <a:buChar char="●"/>
              </a:pPr>
              <a:r>
                <a:rPr lang="en-US" sz="1200" b="1" i="0" u="none" strike="noStrike" cap="none" dirty="0">
                  <a:solidFill>
                    <a:srgbClr val="4C4C4C"/>
                  </a:solidFill>
                  <a:latin typeface="Source Sans Pro" panose="020B0503030403020204" pitchFamily="34" charset="0"/>
                  <a:ea typeface="Source Sans Pro" panose="020B0503030403020204" pitchFamily="34" charset="0"/>
                  <a:sym typeface="Helvetica Neue"/>
                </a:rPr>
                <a:t>People</a:t>
              </a:r>
              <a:r>
                <a:rPr lang="en-US" sz="1200" b="0" i="0" u="none" strike="noStrike" cap="none" dirty="0">
                  <a:solidFill>
                    <a:srgbClr val="4C4C4C"/>
                  </a:solidFill>
                  <a:latin typeface="Source Sans Pro" panose="020B0503030403020204" pitchFamily="34" charset="0"/>
                  <a:ea typeface="Source Sans Pro" panose="020B0503030403020204" pitchFamily="34" charset="0"/>
                  <a:sym typeface="Helvetica Neue"/>
                </a:rPr>
                <a:t> – </a:t>
              </a:r>
              <a:r>
                <a:rPr lang="en-US" sz="1200" b="0" i="1" u="none" strike="noStrike" cap="none" dirty="0">
                  <a:solidFill>
                    <a:srgbClr val="4C4C4C"/>
                  </a:solidFill>
                  <a:latin typeface="Source Sans Pro" panose="020B0503030403020204" pitchFamily="34" charset="0"/>
                  <a:ea typeface="Source Sans Pro" panose="020B0503030403020204" pitchFamily="34" charset="0"/>
                  <a:sym typeface="Helvetica Neue"/>
                </a:rPr>
                <a:t>the developers.</a:t>
              </a:r>
              <a:endParaRPr sz="1200" b="0" i="1" u="none" strike="noStrike" cap="none" dirty="0">
                <a:solidFill>
                  <a:srgbClr val="4C4C4C"/>
                </a:solidFill>
                <a:latin typeface="Source Sans Pro" panose="020B0503030403020204" pitchFamily="34" charset="0"/>
                <a:ea typeface="Source Sans Pro" panose="020B0503030403020204" pitchFamily="34" charset="0"/>
                <a:sym typeface="Helvetica Neue"/>
              </a:endParaRPr>
            </a:p>
            <a:p>
              <a:pPr marL="914400" marR="0" lvl="0" indent="0" algn="l" rtl="0">
                <a:lnSpc>
                  <a:spcPct val="90000"/>
                </a:lnSpc>
                <a:spcBef>
                  <a:spcPts val="0"/>
                </a:spcBef>
                <a:spcAft>
                  <a:spcPts val="0"/>
                </a:spcAft>
                <a:buClr>
                  <a:srgbClr val="000000"/>
                </a:buClr>
                <a:buSzPts val="600"/>
                <a:buFont typeface="Arial"/>
                <a:buNone/>
              </a:pPr>
              <a:endParaRPr sz="1200" b="0" i="0" u="none" strike="noStrike" cap="none" dirty="0">
                <a:solidFill>
                  <a:srgbClr val="4C4C4C"/>
                </a:solidFill>
                <a:latin typeface="Source Sans Pro" panose="020B0503030403020204" pitchFamily="34" charset="0"/>
                <a:ea typeface="Source Sans Pro" panose="020B0503030403020204" pitchFamily="34" charset="0"/>
                <a:sym typeface="Helvetica Neue"/>
              </a:endParaRPr>
            </a:p>
            <a:p>
              <a:pPr marL="0" marR="0" lvl="0" indent="457200" algn="l" rtl="0">
                <a:lnSpc>
                  <a:spcPct val="90000"/>
                </a:lnSpc>
                <a:spcBef>
                  <a:spcPts val="0"/>
                </a:spcBef>
                <a:spcAft>
                  <a:spcPts val="0"/>
                </a:spcAft>
                <a:buClr>
                  <a:srgbClr val="000000"/>
                </a:buClr>
                <a:buSzPts val="1500"/>
                <a:buFont typeface="Arial"/>
                <a:buNone/>
              </a:pPr>
              <a:r>
                <a:rPr lang="en-US" sz="1200" b="1" i="0" u="none" strike="noStrike" cap="none" dirty="0">
                  <a:solidFill>
                    <a:srgbClr val="4C4C4C"/>
                  </a:solidFill>
                  <a:latin typeface="Source Sans Pro" panose="020B0503030403020204" pitchFamily="34" charset="0"/>
                  <a:ea typeface="Source Sans Pro" panose="020B0503030403020204" pitchFamily="34" charset="0"/>
                  <a:sym typeface="Helvetica Neue"/>
                </a:rPr>
                <a:t>Files </a:t>
              </a:r>
              <a:r>
                <a:rPr lang="en-US" sz="1200" b="0" i="0" u="none" strike="noStrike" cap="none" dirty="0">
                  <a:solidFill>
                    <a:srgbClr val="4C4C4C"/>
                  </a:solidFill>
                  <a:latin typeface="Source Sans Pro" panose="020B0503030403020204" pitchFamily="34" charset="0"/>
                  <a:ea typeface="Source Sans Pro" panose="020B0503030403020204" pitchFamily="34" charset="0"/>
                  <a:sym typeface="Helvetica Neue"/>
                </a:rPr>
                <a:t>–</a:t>
              </a:r>
              <a:r>
                <a:rPr lang="en-US" sz="1200" b="1" i="0" u="none" strike="noStrike" cap="none" dirty="0">
                  <a:solidFill>
                    <a:srgbClr val="4C4C4C"/>
                  </a:solidFill>
                  <a:latin typeface="Source Sans Pro" panose="020B0503030403020204" pitchFamily="34" charset="0"/>
                  <a:ea typeface="Source Sans Pro" panose="020B0503030403020204" pitchFamily="34" charset="0"/>
                  <a:sym typeface="Helvetica Neue"/>
                </a:rPr>
                <a:t> </a:t>
              </a:r>
              <a:r>
                <a:rPr lang="en-US" sz="1200" b="0" i="1" u="none" strike="noStrike" cap="none" dirty="0">
                  <a:solidFill>
                    <a:srgbClr val="4C4C4C"/>
                  </a:solidFill>
                  <a:latin typeface="Source Sans Pro" panose="020B0503030403020204" pitchFamily="34" charset="0"/>
                  <a:ea typeface="Source Sans Pro" panose="020B0503030403020204" pitchFamily="34" charset="0"/>
                  <a:sym typeface="Helvetica Neue"/>
                </a:rPr>
                <a:t>the code artifacts.</a:t>
              </a:r>
              <a:endParaRPr sz="1200" b="0" i="1" u="none" strike="noStrike" cap="none" dirty="0">
                <a:solidFill>
                  <a:srgbClr val="4C4C4C"/>
                </a:solidFill>
                <a:latin typeface="Source Sans Pro" panose="020B0503030403020204" pitchFamily="34" charset="0"/>
                <a:ea typeface="Source Sans Pro" panose="020B0503030403020204" pitchFamily="34" charset="0"/>
                <a:sym typeface="Helvetica Neue"/>
              </a:endParaRPr>
            </a:p>
            <a:p>
              <a:pPr marL="457200" marR="0" lvl="0" indent="0" algn="l" rtl="0">
                <a:lnSpc>
                  <a:spcPct val="90000"/>
                </a:lnSpc>
                <a:spcBef>
                  <a:spcPts val="0"/>
                </a:spcBef>
                <a:spcAft>
                  <a:spcPts val="0"/>
                </a:spcAft>
                <a:buClr>
                  <a:srgbClr val="000000"/>
                </a:buClr>
                <a:buSzPts val="600"/>
                <a:buFont typeface="Arial"/>
                <a:buNone/>
              </a:pPr>
              <a:endParaRPr sz="1200" b="0" i="0" u="none" strike="noStrike" cap="none" dirty="0">
                <a:solidFill>
                  <a:srgbClr val="4C4C4C"/>
                </a:solidFill>
                <a:latin typeface="Source Sans Pro" panose="020B0503030403020204" pitchFamily="34" charset="0"/>
                <a:ea typeface="Source Sans Pro" panose="020B0503030403020204" pitchFamily="34" charset="0"/>
                <a:sym typeface="Helvetica Neue"/>
              </a:endParaRPr>
            </a:p>
            <a:p>
              <a:pPr marL="457200" marR="0" lvl="0" indent="-323850" algn="l" rtl="0">
                <a:lnSpc>
                  <a:spcPct val="90000"/>
                </a:lnSpc>
                <a:spcBef>
                  <a:spcPts val="0"/>
                </a:spcBef>
                <a:spcAft>
                  <a:spcPts val="0"/>
                </a:spcAft>
                <a:buClr>
                  <a:srgbClr val="000000"/>
                </a:buClr>
                <a:buSzPts val="1500"/>
                <a:buFont typeface="Helvetica Neue"/>
                <a:buChar char="●"/>
              </a:pPr>
              <a:r>
                <a:rPr lang="en-US" sz="1200" b="1" i="0" u="none" strike="noStrike" cap="none" dirty="0">
                  <a:solidFill>
                    <a:srgbClr val="4C4C4C"/>
                  </a:solidFill>
                  <a:latin typeface="Source Sans Pro" panose="020B0503030403020204" pitchFamily="34" charset="0"/>
                  <a:ea typeface="Source Sans Pro" panose="020B0503030403020204" pitchFamily="34" charset="0"/>
                  <a:sym typeface="Helvetica Neue"/>
                </a:rPr>
                <a:t>Mail </a:t>
              </a:r>
              <a:r>
                <a:rPr lang="en-US" sz="1200" b="0" i="0" u="none" strike="noStrike" cap="none" dirty="0">
                  <a:solidFill>
                    <a:srgbClr val="4C4C4C"/>
                  </a:solidFill>
                  <a:latin typeface="Source Sans Pro" panose="020B0503030403020204" pitchFamily="34" charset="0"/>
                  <a:ea typeface="Source Sans Pro" panose="020B0503030403020204" pitchFamily="34" charset="0"/>
                  <a:sym typeface="Helvetica Neue"/>
                </a:rPr>
                <a:t>– </a:t>
              </a:r>
              <a:r>
                <a:rPr lang="en-US" sz="1200" b="0" i="1" u="none" strike="noStrike" cap="none" dirty="0">
                  <a:solidFill>
                    <a:srgbClr val="4C4C4C"/>
                  </a:solidFill>
                  <a:latin typeface="Source Sans Pro" panose="020B0503030403020204" pitchFamily="34" charset="0"/>
                  <a:ea typeface="Source Sans Pro" panose="020B0503030403020204" pitchFamily="34" charset="0"/>
                  <a:sym typeface="Helvetica Neue"/>
                </a:rPr>
                <a:t>email replies.</a:t>
              </a:r>
              <a:endParaRPr sz="1200" b="0" i="1" u="none" strike="noStrike" cap="none" dirty="0">
                <a:solidFill>
                  <a:srgbClr val="4C4C4C"/>
                </a:solidFill>
                <a:latin typeface="Source Sans Pro" panose="020B0503030403020204" pitchFamily="34" charset="0"/>
                <a:ea typeface="Source Sans Pro" panose="020B0503030403020204" pitchFamily="34" charset="0"/>
                <a:sym typeface="Helvetica Neue"/>
              </a:endParaRPr>
            </a:p>
            <a:p>
              <a:pPr marL="0" marR="0" lvl="0" indent="0" algn="l" rtl="0">
                <a:lnSpc>
                  <a:spcPct val="90000"/>
                </a:lnSpc>
                <a:spcBef>
                  <a:spcPts val="0"/>
                </a:spcBef>
                <a:spcAft>
                  <a:spcPts val="0"/>
                </a:spcAft>
                <a:buClr>
                  <a:srgbClr val="000000"/>
                </a:buClr>
                <a:buSzPts val="600"/>
                <a:buFont typeface="Arial"/>
                <a:buNone/>
              </a:pPr>
              <a:endParaRPr sz="1200" b="0" i="0" u="none" strike="noStrike" cap="none" dirty="0">
                <a:solidFill>
                  <a:srgbClr val="4C4C4C"/>
                </a:solidFill>
                <a:latin typeface="Source Sans Pro" panose="020B0503030403020204" pitchFamily="34" charset="0"/>
                <a:ea typeface="Source Sans Pro" panose="020B0503030403020204" pitchFamily="34" charset="0"/>
                <a:sym typeface="Helvetica Neue"/>
              </a:endParaRPr>
            </a:p>
            <a:p>
              <a:pPr marL="457200" marR="0" lvl="0" indent="-323850" algn="l" rtl="0">
                <a:lnSpc>
                  <a:spcPct val="90000"/>
                </a:lnSpc>
                <a:spcBef>
                  <a:spcPts val="0"/>
                </a:spcBef>
                <a:spcAft>
                  <a:spcPts val="0"/>
                </a:spcAft>
                <a:buClr>
                  <a:srgbClr val="000000"/>
                </a:buClr>
                <a:buSzPts val="1500"/>
                <a:buFont typeface="Helvetica Neue"/>
                <a:buChar char="●"/>
              </a:pPr>
              <a:r>
                <a:rPr lang="en-US" sz="1200" b="1" i="0" u="none" strike="noStrike" cap="none" dirty="0">
                  <a:solidFill>
                    <a:srgbClr val="4C4C4C"/>
                  </a:solidFill>
                  <a:latin typeface="Source Sans Pro" panose="020B0503030403020204" pitchFamily="34" charset="0"/>
                  <a:ea typeface="Source Sans Pro" panose="020B0503030403020204" pitchFamily="34" charset="0"/>
                  <a:sym typeface="Helvetica Neue"/>
                </a:rPr>
                <a:t>Issues</a:t>
              </a:r>
              <a:r>
                <a:rPr lang="en-US" sz="1200" b="0" i="0" u="none" strike="noStrike" cap="none" dirty="0">
                  <a:solidFill>
                    <a:srgbClr val="4C4C4C"/>
                  </a:solidFill>
                  <a:latin typeface="Source Sans Pro" panose="020B0503030403020204" pitchFamily="34" charset="0"/>
                  <a:ea typeface="Source Sans Pro" panose="020B0503030403020204" pitchFamily="34" charset="0"/>
                  <a:sym typeface="Helvetica Neue"/>
                </a:rPr>
                <a:t> – </a:t>
              </a:r>
              <a:r>
                <a:rPr lang="en-US" sz="1200" b="0" i="1" u="none" strike="noStrike" cap="none" dirty="0">
                  <a:solidFill>
                    <a:srgbClr val="4C4C4C"/>
                  </a:solidFill>
                  <a:latin typeface="Source Sans Pro" panose="020B0503030403020204" pitchFamily="34" charset="0"/>
                  <a:ea typeface="Source Sans Pro" panose="020B0503030403020204" pitchFamily="34" charset="0"/>
                  <a:sym typeface="Helvetica Neue"/>
                </a:rPr>
                <a:t>issue comments.</a:t>
              </a:r>
              <a:endParaRPr sz="1200" b="0" i="1" u="none" strike="noStrike" cap="none" dirty="0">
                <a:solidFill>
                  <a:srgbClr val="4C4C4C"/>
                </a:solidFill>
                <a:latin typeface="Source Sans Pro" panose="020B0503030403020204" pitchFamily="34" charset="0"/>
                <a:ea typeface="Source Sans Pro" panose="020B0503030403020204" pitchFamily="34" charset="0"/>
                <a:sym typeface="Helvetica Neue"/>
              </a:endParaRPr>
            </a:p>
            <a:p>
              <a:pPr marL="0" marR="0" lvl="0" indent="0" algn="l" rtl="0">
                <a:lnSpc>
                  <a:spcPct val="90000"/>
                </a:lnSpc>
                <a:spcBef>
                  <a:spcPts val="0"/>
                </a:spcBef>
                <a:spcAft>
                  <a:spcPts val="0"/>
                </a:spcAft>
                <a:buClr>
                  <a:srgbClr val="000000"/>
                </a:buClr>
                <a:buSzPts val="900"/>
                <a:buFont typeface="Arial"/>
                <a:buNone/>
              </a:pPr>
              <a:endParaRPr sz="1200" b="0" i="0" u="none" strike="noStrike" cap="none" dirty="0">
                <a:solidFill>
                  <a:srgbClr val="4C4C4C"/>
                </a:solidFill>
                <a:latin typeface="Source Sans Pro" panose="020B0503030403020204" pitchFamily="34" charset="0"/>
                <a:ea typeface="Source Sans Pro" panose="020B0503030403020204" pitchFamily="34" charset="0"/>
                <a:sym typeface="Helvetica Neue"/>
              </a:endParaRPr>
            </a:p>
            <a:p>
              <a:pPr lvl="0">
                <a:lnSpc>
                  <a:spcPct val="90000"/>
                </a:lnSpc>
                <a:buSzPts val="1500"/>
              </a:pPr>
              <a:r>
                <a:rPr lang="en-US" sz="1200" b="0" i="0" u="none" strike="noStrike" cap="none" dirty="0">
                  <a:solidFill>
                    <a:srgbClr val="4C4C4C"/>
                  </a:solidFill>
                  <a:latin typeface="Source Sans Pro" panose="020B0503030403020204" pitchFamily="34" charset="0"/>
                  <a:ea typeface="Source Sans Pro" panose="020B0503030403020204" pitchFamily="34" charset="0"/>
                  <a:sym typeface="Helvetica Neue"/>
                </a:rPr>
                <a:t>Users may also select other equivalent data types </a:t>
              </a:r>
              <a:r>
                <a:rPr lang="en-US" sz="1200" dirty="0">
                  <a:solidFill>
                    <a:srgbClr val="4C4C4C"/>
                  </a:solidFill>
                  <a:latin typeface="Source Sans Pro" panose="020B0503030403020204" pitchFamily="34" charset="0"/>
                  <a:ea typeface="Source Sans Pro" panose="020B0503030403020204" pitchFamily="34" charset="0"/>
                </a:rPr>
                <a:t>(e.g. Discord instead of mail) if they use the same data format, as the metrics are defined over the data.</a:t>
              </a:r>
              <a:endParaRPr sz="1200" b="0" i="0" u="none" strike="noStrike" cap="none" dirty="0">
                <a:solidFill>
                  <a:srgbClr val="4C4C4C"/>
                </a:solidFill>
                <a:latin typeface="Source Sans Pro" panose="020B0503030403020204" pitchFamily="34" charset="0"/>
                <a:ea typeface="Source Sans Pro" panose="020B0503030403020204" pitchFamily="34" charset="0"/>
                <a:sym typeface="Helvetica Neue"/>
              </a:endParaRPr>
            </a:p>
          </p:txBody>
        </p:sp>
        <p:sp>
          <p:nvSpPr>
            <p:cNvPr id="77" name="Google Shape;77;p1"/>
            <p:cNvSpPr/>
            <p:nvPr/>
          </p:nvSpPr>
          <p:spPr>
            <a:xfrm>
              <a:off x="5119391" y="2411838"/>
              <a:ext cx="192300" cy="198000"/>
            </a:xfrm>
            <a:prstGeom prst="ellipse">
              <a:avLst/>
            </a:prstGeom>
            <a:solidFill>
              <a:srgbClr val="262626"/>
            </a:solidFill>
            <a:ln w="9525" cap="flat" cmpd="sng">
              <a:solidFill>
                <a:schemeClr val="dk2"/>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78" name="Google Shape;78;p1"/>
            <p:cNvSpPr/>
            <p:nvPr/>
          </p:nvSpPr>
          <p:spPr>
            <a:xfrm>
              <a:off x="5119407" y="2738603"/>
              <a:ext cx="192300" cy="198000"/>
            </a:xfrm>
            <a:prstGeom prst="ellipse">
              <a:avLst/>
            </a:prstGeom>
            <a:solidFill>
              <a:srgbClr val="FFE599"/>
            </a:solidFill>
            <a:ln w="9525" cap="flat" cmpd="sng">
              <a:solidFill>
                <a:schemeClr val="dk2"/>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125" name="Google Shape;125;p1"/>
            <p:cNvSpPr/>
            <p:nvPr/>
          </p:nvSpPr>
          <p:spPr>
            <a:xfrm>
              <a:off x="5126889" y="3398382"/>
              <a:ext cx="192300" cy="198000"/>
            </a:xfrm>
            <a:prstGeom prst="ellipse">
              <a:avLst/>
            </a:prstGeom>
            <a:solidFill>
              <a:srgbClr val="1155CC"/>
            </a:solidFill>
            <a:ln w="9525" cap="flat" cmpd="sng">
              <a:solidFill>
                <a:schemeClr val="dk2"/>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126" name="Google Shape;126;p1"/>
            <p:cNvSpPr/>
            <p:nvPr/>
          </p:nvSpPr>
          <p:spPr>
            <a:xfrm>
              <a:off x="5119390" y="3060899"/>
              <a:ext cx="192300" cy="198000"/>
            </a:xfrm>
            <a:prstGeom prst="ellipse">
              <a:avLst/>
            </a:prstGeom>
            <a:solidFill>
              <a:srgbClr val="9FC5E8"/>
            </a:solidFill>
            <a:ln w="9525" cap="flat" cmpd="sng">
              <a:solidFill>
                <a:schemeClr val="dk2"/>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cxnSp>
          <p:nvCxnSpPr>
            <p:cNvPr id="128" name="Google Shape;128;p1"/>
            <p:cNvCxnSpPr/>
            <p:nvPr/>
          </p:nvCxnSpPr>
          <p:spPr>
            <a:xfrm>
              <a:off x="4939708" y="4457158"/>
              <a:ext cx="4175400" cy="0"/>
            </a:xfrm>
            <a:prstGeom prst="straightConnector1">
              <a:avLst/>
            </a:prstGeom>
            <a:noFill/>
            <a:ln w="12700" cap="flat" cmpd="sng">
              <a:solidFill>
                <a:schemeClr val="dk1"/>
              </a:solidFill>
              <a:prstDash val="solid"/>
              <a:miter lim="400000"/>
              <a:headEnd type="none" w="sm" len="sm"/>
              <a:tailEnd type="none" w="sm" len="sm"/>
            </a:ln>
          </p:spPr>
        </p:cxnSp>
      </p:grpSp>
      <p:grpSp>
        <p:nvGrpSpPr>
          <p:cNvPr id="129" name="Google Shape;129;p1"/>
          <p:cNvGrpSpPr/>
          <p:nvPr/>
        </p:nvGrpSpPr>
        <p:grpSpPr>
          <a:xfrm>
            <a:off x="9305732" y="2271424"/>
            <a:ext cx="4725044" cy="1488286"/>
            <a:chOff x="5358919" y="4743938"/>
            <a:chExt cx="4725044" cy="1488286"/>
          </a:xfrm>
        </p:grpSpPr>
        <p:sp>
          <p:nvSpPr>
            <p:cNvPr id="130" name="Google Shape;130;p1"/>
            <p:cNvSpPr/>
            <p:nvPr/>
          </p:nvSpPr>
          <p:spPr>
            <a:xfrm>
              <a:off x="6788944" y="5024481"/>
              <a:ext cx="568500" cy="592800"/>
            </a:xfrm>
            <a:prstGeom prst="ellipse">
              <a:avLst/>
            </a:prstGeom>
            <a:solidFill>
              <a:srgbClr val="FFE599"/>
            </a:solidFill>
            <a:ln w="25425" cap="flat" cmpd="sng">
              <a:solidFill>
                <a:schemeClr val="dk2"/>
              </a:solidFill>
              <a:prstDash val="solid"/>
              <a:round/>
              <a:headEnd type="none" w="sm" len="sm"/>
              <a:tailEnd type="none" w="sm" len="sm"/>
            </a:ln>
          </p:spPr>
          <p:txBody>
            <a:bodyPr spcFirstLastPara="1" wrap="square" lIns="61800" tIns="61800" rIns="61800" bIns="61800" anchor="ctr" anchorCtr="0">
              <a:noAutofit/>
            </a:bodyPr>
            <a:lstStyle/>
            <a:p>
              <a:pPr marL="0" marR="0" lvl="0" indent="0" algn="ctr" rtl="0">
                <a:lnSpc>
                  <a:spcPct val="100000"/>
                </a:lnSpc>
                <a:spcBef>
                  <a:spcPts val="0"/>
                </a:spcBef>
                <a:spcAft>
                  <a:spcPts val="0"/>
                </a:spcAft>
                <a:buClr>
                  <a:srgbClr val="000000"/>
                </a:buClr>
                <a:buSzPts val="946"/>
                <a:buFont typeface="Arial"/>
                <a:buNone/>
              </a:pPr>
              <a:endParaRPr sz="946"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131" name="Google Shape;131;p1"/>
            <p:cNvSpPr/>
            <p:nvPr/>
          </p:nvSpPr>
          <p:spPr>
            <a:xfrm>
              <a:off x="7412329" y="5777643"/>
              <a:ext cx="271500" cy="291600"/>
            </a:xfrm>
            <a:prstGeom prst="ellipse">
              <a:avLst/>
            </a:prstGeom>
            <a:solidFill>
              <a:srgbClr val="262626"/>
            </a:solidFill>
            <a:ln w="9525" cap="flat" cmpd="sng">
              <a:solidFill>
                <a:schemeClr val="dk2"/>
              </a:solidFill>
              <a:prstDash val="solid"/>
              <a:round/>
              <a:headEnd type="none" w="sm" len="sm"/>
              <a:tailEnd type="none" w="sm" len="sm"/>
            </a:ln>
          </p:spPr>
          <p:txBody>
            <a:bodyPr spcFirstLastPara="1" wrap="square" lIns="61800" tIns="61800" rIns="61800" bIns="61800" anchor="ctr" anchorCtr="0">
              <a:noAutofit/>
            </a:bodyPr>
            <a:lstStyle/>
            <a:p>
              <a:pPr marL="0" marR="0" lvl="0" indent="0" algn="l" rtl="0">
                <a:lnSpc>
                  <a:spcPct val="100000"/>
                </a:lnSpc>
                <a:spcBef>
                  <a:spcPts val="0"/>
                </a:spcBef>
                <a:spcAft>
                  <a:spcPts val="0"/>
                </a:spcAft>
                <a:buClr>
                  <a:srgbClr val="000000"/>
                </a:buClr>
                <a:buSzPts val="946"/>
                <a:buFont typeface="Arial"/>
                <a:buNone/>
              </a:pPr>
              <a:r>
                <a:rPr lang="en-US" sz="946" b="1" i="0" u="none" strike="noStrike" cap="none" dirty="0">
                  <a:solidFill>
                    <a:schemeClr val="lt1"/>
                  </a:solidFill>
                  <a:latin typeface="Source Sans Pro" panose="020B0503030403020204" pitchFamily="34" charset="0"/>
                  <a:ea typeface="Source Sans Pro" panose="020B0503030403020204" pitchFamily="34" charset="0"/>
                  <a:sym typeface="Arial"/>
                </a:rPr>
                <a:t>A</a:t>
              </a:r>
              <a:endParaRPr sz="946" b="1" i="0" u="none" strike="noStrike" cap="none" dirty="0">
                <a:solidFill>
                  <a:schemeClr val="lt1"/>
                </a:solidFill>
                <a:latin typeface="Source Sans Pro" panose="020B0503030403020204" pitchFamily="34" charset="0"/>
                <a:ea typeface="Source Sans Pro" panose="020B0503030403020204" pitchFamily="34" charset="0"/>
                <a:sym typeface="Arial"/>
              </a:endParaRPr>
            </a:p>
          </p:txBody>
        </p:sp>
        <p:sp>
          <p:nvSpPr>
            <p:cNvPr id="132" name="Google Shape;132;p1"/>
            <p:cNvSpPr/>
            <p:nvPr/>
          </p:nvSpPr>
          <p:spPr>
            <a:xfrm>
              <a:off x="7927861" y="5586964"/>
              <a:ext cx="271500" cy="291600"/>
            </a:xfrm>
            <a:prstGeom prst="ellipse">
              <a:avLst/>
            </a:prstGeom>
            <a:solidFill>
              <a:srgbClr val="262626"/>
            </a:solidFill>
            <a:ln w="9525" cap="flat" cmpd="sng">
              <a:solidFill>
                <a:schemeClr val="dk2"/>
              </a:solidFill>
              <a:prstDash val="solid"/>
              <a:round/>
              <a:headEnd type="none" w="sm" len="sm"/>
              <a:tailEnd type="none" w="sm" len="sm"/>
            </a:ln>
          </p:spPr>
          <p:txBody>
            <a:bodyPr spcFirstLastPara="1" wrap="square" lIns="61800" tIns="61800" rIns="61800" bIns="61800" anchor="ctr" anchorCtr="0">
              <a:noAutofit/>
            </a:bodyPr>
            <a:lstStyle/>
            <a:p>
              <a:pPr marL="0" marR="0" lvl="0" indent="0" algn="l" rtl="0">
                <a:lnSpc>
                  <a:spcPct val="100000"/>
                </a:lnSpc>
                <a:spcBef>
                  <a:spcPts val="0"/>
                </a:spcBef>
                <a:spcAft>
                  <a:spcPts val="0"/>
                </a:spcAft>
                <a:buClr>
                  <a:srgbClr val="000000"/>
                </a:buClr>
                <a:buSzPts val="946"/>
                <a:buFont typeface="Arial"/>
                <a:buNone/>
              </a:pPr>
              <a:r>
                <a:rPr lang="en-US" sz="946" b="1" i="0" u="none" strike="noStrike" cap="none">
                  <a:solidFill>
                    <a:schemeClr val="lt1"/>
                  </a:solidFill>
                  <a:latin typeface="Source Sans Pro" panose="020B0503030403020204" pitchFamily="34" charset="0"/>
                  <a:ea typeface="Source Sans Pro" panose="020B0503030403020204" pitchFamily="34" charset="0"/>
                  <a:sym typeface="Arial"/>
                </a:rPr>
                <a:t>C</a:t>
              </a:r>
              <a:endParaRPr sz="946" b="1" i="0" u="none" strike="noStrike" cap="none">
                <a:solidFill>
                  <a:schemeClr val="lt1"/>
                </a:solidFill>
                <a:latin typeface="Source Sans Pro" panose="020B0503030403020204" pitchFamily="34" charset="0"/>
                <a:ea typeface="Source Sans Pro" panose="020B0503030403020204" pitchFamily="34" charset="0"/>
                <a:sym typeface="Arial"/>
              </a:endParaRPr>
            </a:p>
          </p:txBody>
        </p:sp>
        <p:cxnSp>
          <p:nvCxnSpPr>
            <p:cNvPr id="133" name="Google Shape;133;p1"/>
            <p:cNvCxnSpPr>
              <a:stCxn id="132" idx="6"/>
              <a:endCxn id="134" idx="3"/>
            </p:cNvCxnSpPr>
            <p:nvPr/>
          </p:nvCxnSpPr>
          <p:spPr>
            <a:xfrm rot="10800000" flipH="1">
              <a:off x="8199361" y="5626264"/>
              <a:ext cx="202500" cy="106500"/>
            </a:xfrm>
            <a:prstGeom prst="straightConnector1">
              <a:avLst/>
            </a:prstGeom>
            <a:noFill/>
            <a:ln w="18000" cap="flat" cmpd="sng">
              <a:solidFill>
                <a:schemeClr val="dk2"/>
              </a:solidFill>
              <a:prstDash val="solid"/>
              <a:round/>
              <a:headEnd type="none" w="sm" len="sm"/>
              <a:tailEnd type="stealth" w="med" len="med"/>
            </a:ln>
          </p:spPr>
        </p:cxnSp>
        <p:cxnSp>
          <p:nvCxnSpPr>
            <p:cNvPr id="135" name="Google Shape;135;p1"/>
            <p:cNvCxnSpPr>
              <a:stCxn id="136" idx="6"/>
              <a:endCxn id="134" idx="1"/>
            </p:cNvCxnSpPr>
            <p:nvPr/>
          </p:nvCxnSpPr>
          <p:spPr>
            <a:xfrm>
              <a:off x="8213998" y="5318989"/>
              <a:ext cx="187800" cy="82200"/>
            </a:xfrm>
            <a:prstGeom prst="straightConnector1">
              <a:avLst/>
            </a:prstGeom>
            <a:noFill/>
            <a:ln w="18000" cap="flat" cmpd="sng">
              <a:solidFill>
                <a:schemeClr val="dk2"/>
              </a:solidFill>
              <a:prstDash val="solid"/>
              <a:round/>
              <a:headEnd type="none" w="sm" len="sm"/>
              <a:tailEnd type="stealth" w="med" len="med"/>
            </a:ln>
          </p:spPr>
        </p:cxnSp>
        <p:cxnSp>
          <p:nvCxnSpPr>
            <p:cNvPr id="137" name="Google Shape;137;p1"/>
            <p:cNvCxnSpPr>
              <a:stCxn id="134" idx="2"/>
              <a:endCxn id="130" idx="6"/>
            </p:cNvCxnSpPr>
            <p:nvPr/>
          </p:nvCxnSpPr>
          <p:spPr>
            <a:xfrm rot="10800000">
              <a:off x="7357336" y="5320924"/>
              <a:ext cx="999000" cy="192900"/>
            </a:xfrm>
            <a:prstGeom prst="straightConnector1">
              <a:avLst/>
            </a:prstGeom>
            <a:noFill/>
            <a:ln w="27000" cap="flat" cmpd="sng">
              <a:solidFill>
                <a:schemeClr val="dk2"/>
              </a:solidFill>
              <a:prstDash val="solid"/>
              <a:round/>
              <a:headEnd type="none" w="sm" len="sm"/>
              <a:tailEnd type="stealth" w="med" len="med"/>
            </a:ln>
          </p:spPr>
        </p:cxnSp>
        <p:cxnSp>
          <p:nvCxnSpPr>
            <p:cNvPr id="138" name="Google Shape;138;p1"/>
            <p:cNvCxnSpPr>
              <a:stCxn id="131" idx="1"/>
              <a:endCxn id="130" idx="5"/>
            </p:cNvCxnSpPr>
            <p:nvPr/>
          </p:nvCxnSpPr>
          <p:spPr>
            <a:xfrm rot="10800000">
              <a:off x="7274189" y="5530547"/>
              <a:ext cx="177900" cy="289800"/>
            </a:xfrm>
            <a:prstGeom prst="straightConnector1">
              <a:avLst/>
            </a:prstGeom>
            <a:noFill/>
            <a:ln w="79375" cap="flat" cmpd="sng">
              <a:solidFill>
                <a:srgbClr val="92D050"/>
              </a:solidFill>
              <a:prstDash val="solid"/>
              <a:round/>
              <a:headEnd type="none" w="sm" len="sm"/>
              <a:tailEnd type="stealth" w="med" len="med"/>
            </a:ln>
          </p:spPr>
        </p:cxnSp>
        <p:cxnSp>
          <p:nvCxnSpPr>
            <p:cNvPr id="139" name="Google Shape;139;p1"/>
            <p:cNvCxnSpPr>
              <a:stCxn id="132" idx="1"/>
              <a:endCxn id="130" idx="6"/>
            </p:cNvCxnSpPr>
            <p:nvPr/>
          </p:nvCxnSpPr>
          <p:spPr>
            <a:xfrm rot="10800000">
              <a:off x="7357421" y="5320968"/>
              <a:ext cx="610200" cy="308700"/>
            </a:xfrm>
            <a:prstGeom prst="straightConnector1">
              <a:avLst/>
            </a:prstGeom>
            <a:noFill/>
            <a:ln w="9525" cap="flat" cmpd="sng">
              <a:solidFill>
                <a:schemeClr val="dk2"/>
              </a:solidFill>
              <a:prstDash val="solid"/>
              <a:round/>
              <a:headEnd type="none" w="sm" len="sm"/>
              <a:tailEnd type="stealth" w="med" len="med"/>
            </a:ln>
          </p:spPr>
        </p:cxnSp>
        <p:cxnSp>
          <p:nvCxnSpPr>
            <p:cNvPr id="140" name="Google Shape;140;p1"/>
            <p:cNvCxnSpPr>
              <a:stCxn id="136" idx="2"/>
              <a:endCxn id="130" idx="6"/>
            </p:cNvCxnSpPr>
            <p:nvPr/>
          </p:nvCxnSpPr>
          <p:spPr>
            <a:xfrm flipH="1">
              <a:off x="7357498" y="5318989"/>
              <a:ext cx="585000" cy="1800"/>
            </a:xfrm>
            <a:prstGeom prst="straightConnector1">
              <a:avLst/>
            </a:prstGeom>
            <a:noFill/>
            <a:ln w="9525" cap="flat" cmpd="sng">
              <a:solidFill>
                <a:schemeClr val="dk2"/>
              </a:solidFill>
              <a:prstDash val="solid"/>
              <a:round/>
              <a:headEnd type="none" w="sm" len="sm"/>
              <a:tailEnd type="stealth" w="med" len="med"/>
            </a:ln>
          </p:spPr>
        </p:cxnSp>
        <p:sp>
          <p:nvSpPr>
            <p:cNvPr id="141" name="Google Shape;141;p1"/>
            <p:cNvSpPr txBox="1"/>
            <p:nvPr/>
          </p:nvSpPr>
          <p:spPr>
            <a:xfrm>
              <a:off x="5358919" y="4933110"/>
              <a:ext cx="1282800" cy="688800"/>
            </a:xfrm>
            <a:prstGeom prst="rect">
              <a:avLst/>
            </a:prstGeom>
            <a:noFill/>
            <a:ln>
              <a:noFill/>
            </a:ln>
          </p:spPr>
          <p:txBody>
            <a:bodyPr spcFirstLastPara="1" wrap="square" lIns="86400" tIns="86400" rIns="86400" bIns="86400" anchor="t" anchorCtr="0">
              <a:noAutofit/>
            </a:bodyPr>
            <a:lstStyle/>
            <a:p>
              <a:pPr marL="0" marR="0" lvl="0" indent="0" algn="l" rtl="0">
                <a:lnSpc>
                  <a:spcPct val="100000"/>
                </a:lnSpc>
                <a:spcBef>
                  <a:spcPts val="0"/>
                </a:spcBef>
                <a:spcAft>
                  <a:spcPts val="0"/>
                </a:spcAft>
                <a:buClr>
                  <a:srgbClr val="000000"/>
                </a:buClr>
                <a:buSzPts val="1134"/>
                <a:buFont typeface="Arial"/>
                <a:buNone/>
              </a:pPr>
              <a:r>
                <a:rPr lang="en-US" sz="1134" b="0" i="1" u="none" strike="noStrike" cap="none" dirty="0">
                  <a:solidFill>
                    <a:srgbClr val="262626"/>
                  </a:solidFill>
                  <a:latin typeface="Source Sans Pro" panose="020B0503030403020204" pitchFamily="34" charset="0"/>
                  <a:ea typeface="Source Sans Pro" panose="020B0503030403020204" pitchFamily="34" charset="0"/>
                  <a:sym typeface="Helvetica Neue"/>
                </a:rPr>
                <a:t>A file node sized by its lines of code.</a:t>
              </a:r>
              <a:endParaRPr sz="1134" b="0" i="1" u="none" strike="noStrike" cap="none" dirty="0">
                <a:solidFill>
                  <a:srgbClr val="262626"/>
                </a:solidFill>
                <a:latin typeface="Source Sans Pro" panose="020B0503030403020204" pitchFamily="34" charset="0"/>
                <a:ea typeface="Source Sans Pro" panose="020B0503030403020204" pitchFamily="34" charset="0"/>
                <a:sym typeface="Helvetica Neue"/>
              </a:endParaRPr>
            </a:p>
          </p:txBody>
        </p:sp>
        <p:sp>
          <p:nvSpPr>
            <p:cNvPr id="142" name="Google Shape;142;p1"/>
            <p:cNvSpPr txBox="1"/>
            <p:nvPr/>
          </p:nvSpPr>
          <p:spPr>
            <a:xfrm>
              <a:off x="8801163" y="5169045"/>
              <a:ext cx="1282800" cy="688800"/>
            </a:xfrm>
            <a:prstGeom prst="rect">
              <a:avLst/>
            </a:prstGeom>
            <a:noFill/>
            <a:ln>
              <a:noFill/>
            </a:ln>
          </p:spPr>
          <p:txBody>
            <a:bodyPr spcFirstLastPara="1" wrap="square" lIns="86400" tIns="86400" rIns="86400" bIns="86400" anchor="t" anchorCtr="0">
              <a:noAutofit/>
            </a:bodyPr>
            <a:lstStyle/>
            <a:p>
              <a:pPr marL="0" marR="0" lvl="0" indent="0" algn="l" rtl="0">
                <a:lnSpc>
                  <a:spcPct val="100000"/>
                </a:lnSpc>
                <a:spcBef>
                  <a:spcPts val="0"/>
                </a:spcBef>
                <a:spcAft>
                  <a:spcPts val="0"/>
                </a:spcAft>
                <a:buClr>
                  <a:srgbClr val="000000"/>
                </a:buClr>
                <a:buSzPts val="1134"/>
                <a:buFont typeface="Arial"/>
                <a:buNone/>
              </a:pPr>
              <a:r>
                <a:rPr lang="en-US" sz="1134" b="0" i="1" u="none" strike="noStrike" cap="none" dirty="0">
                  <a:solidFill>
                    <a:srgbClr val="262626"/>
                  </a:solidFill>
                  <a:latin typeface="Source Sans Pro" panose="020B0503030403020204" pitchFamily="34" charset="0"/>
                  <a:ea typeface="Source Sans Pro" panose="020B0503030403020204" pitchFamily="34" charset="0"/>
                  <a:sym typeface="Helvetica Neue"/>
                </a:rPr>
                <a:t>Issue discussing implementation of the file.</a:t>
              </a:r>
              <a:endParaRPr sz="1134" b="0" i="1" u="none" strike="noStrike" cap="none" dirty="0">
                <a:solidFill>
                  <a:srgbClr val="262626"/>
                </a:solidFill>
                <a:latin typeface="Source Sans Pro" panose="020B0503030403020204" pitchFamily="34" charset="0"/>
                <a:ea typeface="Source Sans Pro" panose="020B0503030403020204" pitchFamily="34" charset="0"/>
                <a:sym typeface="Helvetica Neue"/>
              </a:endParaRPr>
            </a:p>
          </p:txBody>
        </p:sp>
        <p:sp>
          <p:nvSpPr>
            <p:cNvPr id="143" name="Google Shape;143;p1"/>
            <p:cNvSpPr txBox="1"/>
            <p:nvPr/>
          </p:nvSpPr>
          <p:spPr>
            <a:xfrm>
              <a:off x="6243741" y="5803383"/>
              <a:ext cx="849000" cy="354300"/>
            </a:xfrm>
            <a:prstGeom prst="rect">
              <a:avLst/>
            </a:prstGeom>
            <a:noFill/>
            <a:ln>
              <a:noFill/>
            </a:ln>
          </p:spPr>
          <p:txBody>
            <a:bodyPr spcFirstLastPara="1" wrap="square" lIns="86400" tIns="86400" rIns="86400" bIns="86400" anchor="t" anchorCtr="0">
              <a:noAutofit/>
            </a:bodyPr>
            <a:lstStyle/>
            <a:p>
              <a:pPr marL="0" marR="0" lvl="0" indent="0" algn="l" rtl="0">
                <a:lnSpc>
                  <a:spcPct val="100000"/>
                </a:lnSpc>
                <a:spcBef>
                  <a:spcPts val="0"/>
                </a:spcBef>
                <a:spcAft>
                  <a:spcPts val="0"/>
                </a:spcAft>
                <a:buClr>
                  <a:srgbClr val="000000"/>
                </a:buClr>
                <a:buSzPts val="1134"/>
                <a:buFont typeface="Arial"/>
                <a:buNone/>
              </a:pPr>
              <a:r>
                <a:rPr lang="en-US" sz="1134" b="0" i="1" u="none" strike="noStrike" cap="none" dirty="0">
                  <a:solidFill>
                    <a:srgbClr val="262626"/>
                  </a:solidFill>
                  <a:latin typeface="Source Sans Pro" panose="020B0503030403020204" pitchFamily="34" charset="0"/>
                  <a:ea typeface="Source Sans Pro" panose="020B0503030403020204" pitchFamily="34" charset="0"/>
                  <a:sym typeface="Helvetica Neue"/>
                </a:rPr>
                <a:t>Person A</a:t>
              </a:r>
              <a:endParaRPr sz="1134" b="0" i="1" u="none" strike="noStrike" cap="none" dirty="0">
                <a:solidFill>
                  <a:srgbClr val="262626"/>
                </a:solidFill>
                <a:latin typeface="Source Sans Pro" panose="020B0503030403020204" pitchFamily="34" charset="0"/>
                <a:ea typeface="Source Sans Pro" panose="020B0503030403020204" pitchFamily="34" charset="0"/>
                <a:sym typeface="Helvetica Neue"/>
              </a:endParaRPr>
            </a:p>
          </p:txBody>
        </p:sp>
        <p:sp>
          <p:nvSpPr>
            <p:cNvPr id="144" name="Google Shape;144;p1"/>
            <p:cNvSpPr txBox="1"/>
            <p:nvPr/>
          </p:nvSpPr>
          <p:spPr>
            <a:xfrm>
              <a:off x="7679104" y="4743938"/>
              <a:ext cx="798300" cy="261000"/>
            </a:xfrm>
            <a:prstGeom prst="rect">
              <a:avLst/>
            </a:prstGeom>
            <a:noFill/>
            <a:ln>
              <a:noFill/>
            </a:ln>
          </p:spPr>
          <p:txBody>
            <a:bodyPr spcFirstLastPara="1" wrap="square" lIns="86400" tIns="86400" rIns="86400" bIns="86400" anchor="t" anchorCtr="0">
              <a:noAutofit/>
            </a:bodyPr>
            <a:lstStyle/>
            <a:p>
              <a:pPr marL="0" marR="0" lvl="0" indent="0" algn="l" rtl="0">
                <a:lnSpc>
                  <a:spcPct val="100000"/>
                </a:lnSpc>
                <a:spcBef>
                  <a:spcPts val="0"/>
                </a:spcBef>
                <a:spcAft>
                  <a:spcPts val="0"/>
                </a:spcAft>
                <a:buClr>
                  <a:srgbClr val="000000"/>
                </a:buClr>
                <a:buSzPts val="1134"/>
                <a:buFont typeface="Arial"/>
                <a:buNone/>
              </a:pPr>
              <a:r>
                <a:rPr lang="en-US" sz="1134" b="0" i="1" u="none" strike="noStrike" cap="none">
                  <a:solidFill>
                    <a:srgbClr val="262626"/>
                  </a:solidFill>
                  <a:latin typeface="Source Sans Pro" panose="020B0503030403020204" pitchFamily="34" charset="0"/>
                  <a:ea typeface="Source Sans Pro" panose="020B0503030403020204" pitchFamily="34" charset="0"/>
                  <a:sym typeface="Helvetica Neue"/>
                </a:rPr>
                <a:t>Person B</a:t>
              </a:r>
              <a:endParaRPr sz="1134" b="0" i="1" u="none" strike="noStrike" cap="none">
                <a:solidFill>
                  <a:srgbClr val="262626"/>
                </a:solidFill>
                <a:latin typeface="Source Sans Pro" panose="020B0503030403020204" pitchFamily="34" charset="0"/>
                <a:ea typeface="Source Sans Pro" panose="020B0503030403020204" pitchFamily="34" charset="0"/>
                <a:sym typeface="Helvetica Neue"/>
              </a:endParaRPr>
            </a:p>
          </p:txBody>
        </p:sp>
        <p:sp>
          <p:nvSpPr>
            <p:cNvPr id="145" name="Google Shape;145;p1"/>
            <p:cNvSpPr txBox="1"/>
            <p:nvPr/>
          </p:nvSpPr>
          <p:spPr>
            <a:xfrm>
              <a:off x="7653871" y="6021924"/>
              <a:ext cx="849000" cy="210300"/>
            </a:xfrm>
            <a:prstGeom prst="rect">
              <a:avLst/>
            </a:prstGeom>
            <a:noFill/>
            <a:ln>
              <a:noFill/>
            </a:ln>
          </p:spPr>
          <p:txBody>
            <a:bodyPr spcFirstLastPara="1" wrap="square" lIns="86400" tIns="86400" rIns="86400" bIns="86400" anchor="t" anchorCtr="0">
              <a:noAutofit/>
            </a:bodyPr>
            <a:lstStyle/>
            <a:p>
              <a:pPr marL="0" marR="0" lvl="0" indent="0" algn="ctr" rtl="0">
                <a:lnSpc>
                  <a:spcPct val="100000"/>
                </a:lnSpc>
                <a:spcBef>
                  <a:spcPts val="0"/>
                </a:spcBef>
                <a:spcAft>
                  <a:spcPts val="0"/>
                </a:spcAft>
                <a:buClr>
                  <a:srgbClr val="000000"/>
                </a:buClr>
                <a:buSzPts val="1134"/>
                <a:buFont typeface="Arial"/>
                <a:buNone/>
              </a:pPr>
              <a:r>
                <a:rPr lang="en-US" sz="1134" b="0" i="1" u="none" strike="noStrike" cap="none">
                  <a:solidFill>
                    <a:srgbClr val="262626"/>
                  </a:solidFill>
                  <a:latin typeface="Source Sans Pro" panose="020B0503030403020204" pitchFamily="34" charset="0"/>
                  <a:ea typeface="Source Sans Pro" panose="020B0503030403020204" pitchFamily="34" charset="0"/>
                  <a:sym typeface="Helvetica Neue"/>
                </a:rPr>
                <a:t>Person C</a:t>
              </a:r>
              <a:endParaRPr sz="1134" b="0" i="1" u="none" strike="noStrike" cap="none">
                <a:solidFill>
                  <a:srgbClr val="262626"/>
                </a:solidFill>
                <a:latin typeface="Source Sans Pro" panose="020B0503030403020204" pitchFamily="34" charset="0"/>
                <a:ea typeface="Source Sans Pro" panose="020B0503030403020204" pitchFamily="34" charset="0"/>
                <a:sym typeface="Helvetica Neue"/>
              </a:endParaRPr>
            </a:p>
          </p:txBody>
        </p:sp>
        <p:cxnSp>
          <p:nvCxnSpPr>
            <p:cNvPr id="146" name="Google Shape;146;p1"/>
            <p:cNvCxnSpPr/>
            <p:nvPr/>
          </p:nvCxnSpPr>
          <p:spPr>
            <a:xfrm rot="10800000" flipH="1">
              <a:off x="6478425" y="5274534"/>
              <a:ext cx="312300" cy="1500"/>
            </a:xfrm>
            <a:prstGeom prst="straightConnector1">
              <a:avLst/>
            </a:prstGeom>
            <a:noFill/>
            <a:ln w="18000" cap="flat" cmpd="sng">
              <a:solidFill>
                <a:schemeClr val="dk2"/>
              </a:solidFill>
              <a:prstDash val="dot"/>
              <a:round/>
              <a:headEnd type="none" w="sm" len="sm"/>
              <a:tailEnd type="none" w="sm" len="sm"/>
            </a:ln>
          </p:spPr>
        </p:cxnSp>
        <p:cxnSp>
          <p:nvCxnSpPr>
            <p:cNvPr id="147" name="Google Shape;147;p1"/>
            <p:cNvCxnSpPr/>
            <p:nvPr/>
          </p:nvCxnSpPr>
          <p:spPr>
            <a:xfrm rot="10800000" flipH="1">
              <a:off x="6986656" y="5979792"/>
              <a:ext cx="312300" cy="1500"/>
            </a:xfrm>
            <a:prstGeom prst="straightConnector1">
              <a:avLst/>
            </a:prstGeom>
            <a:noFill/>
            <a:ln w="18000" cap="flat" cmpd="sng">
              <a:solidFill>
                <a:schemeClr val="dk2"/>
              </a:solidFill>
              <a:prstDash val="dot"/>
              <a:round/>
              <a:headEnd type="none" w="sm" len="sm"/>
              <a:tailEnd type="none" w="sm" len="sm"/>
            </a:ln>
          </p:spPr>
        </p:cxnSp>
        <p:cxnSp>
          <p:nvCxnSpPr>
            <p:cNvPr id="148" name="Google Shape;148;p1"/>
            <p:cNvCxnSpPr>
              <a:stCxn id="144" idx="2"/>
            </p:cNvCxnSpPr>
            <p:nvPr/>
          </p:nvCxnSpPr>
          <p:spPr>
            <a:xfrm>
              <a:off x="8078254" y="5004938"/>
              <a:ext cx="0" cy="0"/>
            </a:xfrm>
            <a:prstGeom prst="straightConnector1">
              <a:avLst/>
            </a:prstGeom>
            <a:noFill/>
            <a:ln w="9525" cap="flat" cmpd="sng">
              <a:solidFill>
                <a:schemeClr val="dk2"/>
              </a:solidFill>
              <a:prstDash val="solid"/>
              <a:round/>
              <a:headEnd type="none" w="sm" len="sm"/>
              <a:tailEnd type="none" w="sm" len="sm"/>
            </a:ln>
          </p:spPr>
        </p:cxnSp>
        <p:cxnSp>
          <p:nvCxnSpPr>
            <p:cNvPr id="149" name="Google Shape;149;p1"/>
            <p:cNvCxnSpPr>
              <a:stCxn id="144" idx="2"/>
              <a:endCxn id="136" idx="0"/>
            </p:cNvCxnSpPr>
            <p:nvPr/>
          </p:nvCxnSpPr>
          <p:spPr>
            <a:xfrm>
              <a:off x="8078254" y="5004938"/>
              <a:ext cx="0" cy="168300"/>
            </a:xfrm>
            <a:prstGeom prst="straightConnector1">
              <a:avLst/>
            </a:prstGeom>
            <a:noFill/>
            <a:ln w="18000" cap="flat" cmpd="sng">
              <a:solidFill>
                <a:schemeClr val="dk1"/>
              </a:solidFill>
              <a:prstDash val="dot"/>
              <a:miter lim="8000"/>
              <a:headEnd type="none" w="sm" len="sm"/>
              <a:tailEnd type="none" w="sm" len="sm"/>
            </a:ln>
          </p:spPr>
        </p:cxnSp>
        <p:cxnSp>
          <p:nvCxnSpPr>
            <p:cNvPr id="150" name="Google Shape;150;p1"/>
            <p:cNvCxnSpPr>
              <a:endCxn id="145" idx="2"/>
            </p:cNvCxnSpPr>
            <p:nvPr/>
          </p:nvCxnSpPr>
          <p:spPr>
            <a:xfrm>
              <a:off x="8078371" y="5883024"/>
              <a:ext cx="0" cy="349200"/>
            </a:xfrm>
            <a:prstGeom prst="straightConnector1">
              <a:avLst/>
            </a:prstGeom>
            <a:noFill/>
            <a:ln w="18000" cap="flat" cmpd="sng">
              <a:solidFill>
                <a:schemeClr val="dk2"/>
              </a:solidFill>
              <a:prstDash val="dot"/>
              <a:round/>
              <a:headEnd type="none" w="sm" len="sm"/>
              <a:tailEnd type="none" w="sm" len="sm"/>
            </a:ln>
          </p:spPr>
        </p:cxnSp>
        <p:cxnSp>
          <p:nvCxnSpPr>
            <p:cNvPr id="151" name="Google Shape;151;p1"/>
            <p:cNvCxnSpPr/>
            <p:nvPr/>
          </p:nvCxnSpPr>
          <p:spPr>
            <a:xfrm rot="10800000" flipH="1">
              <a:off x="8698655" y="5513270"/>
              <a:ext cx="134700" cy="600"/>
            </a:xfrm>
            <a:prstGeom prst="straightConnector1">
              <a:avLst/>
            </a:prstGeom>
            <a:noFill/>
            <a:ln w="18000" cap="flat" cmpd="sng">
              <a:solidFill>
                <a:schemeClr val="dk2"/>
              </a:solidFill>
              <a:prstDash val="dot"/>
              <a:round/>
              <a:headEnd type="none" w="sm" len="sm"/>
              <a:tailEnd type="none" w="sm" len="sm"/>
            </a:ln>
          </p:spPr>
        </p:cxnSp>
        <p:sp>
          <p:nvSpPr>
            <p:cNvPr id="136" name="Google Shape;136;p1"/>
            <p:cNvSpPr/>
            <p:nvPr/>
          </p:nvSpPr>
          <p:spPr>
            <a:xfrm>
              <a:off x="7942498" y="5173189"/>
              <a:ext cx="271500" cy="291600"/>
            </a:xfrm>
            <a:prstGeom prst="ellipse">
              <a:avLst/>
            </a:prstGeom>
            <a:solidFill>
              <a:srgbClr val="262626"/>
            </a:solidFill>
            <a:ln w="9525" cap="flat" cmpd="sng">
              <a:solidFill>
                <a:schemeClr val="dk2"/>
              </a:solidFill>
              <a:prstDash val="solid"/>
              <a:round/>
              <a:headEnd type="none" w="sm" len="sm"/>
              <a:tailEnd type="none" w="sm" len="sm"/>
            </a:ln>
          </p:spPr>
          <p:txBody>
            <a:bodyPr spcFirstLastPara="1" wrap="square" lIns="61800" tIns="61800" rIns="61800" bIns="61800" anchor="ctr" anchorCtr="0">
              <a:noAutofit/>
            </a:bodyPr>
            <a:lstStyle/>
            <a:p>
              <a:pPr marL="0" marR="0" lvl="0" indent="0" algn="l" rtl="0">
                <a:lnSpc>
                  <a:spcPct val="100000"/>
                </a:lnSpc>
                <a:spcBef>
                  <a:spcPts val="0"/>
                </a:spcBef>
                <a:spcAft>
                  <a:spcPts val="0"/>
                </a:spcAft>
                <a:buClr>
                  <a:srgbClr val="000000"/>
                </a:buClr>
                <a:buSzPts val="946"/>
                <a:buFont typeface="Arial"/>
                <a:buNone/>
              </a:pPr>
              <a:r>
                <a:rPr lang="en-US" sz="946" b="1" i="0" u="none" strike="noStrike" cap="none">
                  <a:solidFill>
                    <a:schemeClr val="lt1"/>
                  </a:solidFill>
                  <a:latin typeface="Source Sans Pro" panose="020B0503030403020204" pitchFamily="34" charset="0"/>
                  <a:ea typeface="Source Sans Pro" panose="020B0503030403020204" pitchFamily="34" charset="0"/>
                  <a:sym typeface="Arial"/>
                </a:rPr>
                <a:t>B</a:t>
              </a:r>
              <a:endParaRPr sz="946" b="1" i="0" u="none" strike="noStrike" cap="none">
                <a:solidFill>
                  <a:schemeClr val="lt1"/>
                </a:solidFill>
                <a:latin typeface="Source Sans Pro" panose="020B0503030403020204" pitchFamily="34" charset="0"/>
                <a:ea typeface="Source Sans Pro" panose="020B0503030403020204" pitchFamily="34" charset="0"/>
                <a:sym typeface="Arial"/>
              </a:endParaRPr>
            </a:p>
          </p:txBody>
        </p:sp>
        <p:sp>
          <p:nvSpPr>
            <p:cNvPr id="134" name="Google Shape;134;p1"/>
            <p:cNvSpPr/>
            <p:nvPr/>
          </p:nvSpPr>
          <p:spPr>
            <a:xfrm>
              <a:off x="8356336" y="5354674"/>
              <a:ext cx="310200" cy="318300"/>
            </a:xfrm>
            <a:prstGeom prst="ellipse">
              <a:avLst/>
            </a:prstGeom>
            <a:solidFill>
              <a:srgbClr val="1155CC"/>
            </a:solidFill>
            <a:ln w="9525" cap="flat" cmpd="sng">
              <a:solidFill>
                <a:schemeClr val="dk2"/>
              </a:solidFill>
              <a:prstDash val="solid"/>
              <a:round/>
              <a:headEnd type="none" w="sm" len="sm"/>
              <a:tailEnd type="none" w="sm" len="sm"/>
            </a:ln>
          </p:spPr>
          <p:txBody>
            <a:bodyPr spcFirstLastPara="1" wrap="square" lIns="61800" tIns="61800" rIns="61800" bIns="61800" anchor="ctr" anchorCtr="0">
              <a:noAutofit/>
            </a:bodyPr>
            <a:lstStyle/>
            <a:p>
              <a:pPr marL="0" marR="0" lvl="0" indent="0" algn="ctr" rtl="0">
                <a:lnSpc>
                  <a:spcPct val="100000"/>
                </a:lnSpc>
                <a:spcBef>
                  <a:spcPts val="0"/>
                </a:spcBef>
                <a:spcAft>
                  <a:spcPts val="0"/>
                </a:spcAft>
                <a:buClr>
                  <a:srgbClr val="000000"/>
                </a:buClr>
                <a:buSzPts val="946"/>
                <a:buFont typeface="Arial"/>
                <a:buNone/>
              </a:pPr>
              <a:endParaRPr sz="946"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grpSp>
      <p:sp>
        <p:nvSpPr>
          <p:cNvPr id="127" name="Google Shape;127;p1"/>
          <p:cNvSpPr txBox="1"/>
          <p:nvPr/>
        </p:nvSpPr>
        <p:spPr>
          <a:xfrm>
            <a:off x="9784927" y="1625174"/>
            <a:ext cx="4478100" cy="345736"/>
          </a:xfrm>
          <a:prstGeom prst="rect">
            <a:avLst/>
          </a:prstGeom>
          <a:noFill/>
          <a:ln>
            <a:noFill/>
          </a:ln>
        </p:spPr>
        <p:txBody>
          <a:bodyPr spcFirstLastPara="1" wrap="square" lIns="12700" tIns="12700" rIns="12700" bIns="12700" anchor="ctr" anchorCtr="0">
            <a:spAutoFit/>
          </a:bodyPr>
          <a:lstStyle/>
          <a:p>
            <a:pPr marL="0" marR="0" lvl="1" indent="0" algn="l" rtl="0">
              <a:lnSpc>
                <a:spcPct val="80000"/>
              </a:lnSpc>
              <a:spcBef>
                <a:spcPts val="0"/>
              </a:spcBef>
              <a:spcAft>
                <a:spcPts val="0"/>
              </a:spcAft>
              <a:buClr>
                <a:srgbClr val="4C4C4C"/>
              </a:buClr>
              <a:buSzPts val="2500"/>
              <a:buFont typeface="Arial"/>
              <a:buNone/>
            </a:pPr>
            <a:r>
              <a:rPr lang="en-US" sz="2500" i="0" u="none" strike="noStrike" cap="none" dirty="0">
                <a:solidFill>
                  <a:srgbClr val="628DB5"/>
                </a:solidFill>
                <a:latin typeface="Source Sans Pro" panose="020B0503030403020204" pitchFamily="34" charset="0"/>
                <a:ea typeface="Source Sans Pro" panose="020B0503030403020204" pitchFamily="34" charset="0"/>
              </a:rPr>
              <a:t>Example</a:t>
            </a:r>
            <a:endParaRPr sz="2500" i="0" u="none" strike="noStrike" cap="none" dirty="0">
              <a:solidFill>
                <a:srgbClr val="628DB5"/>
              </a:solidFill>
              <a:latin typeface="Source Sans Pro" panose="020B0503030403020204" pitchFamily="34" charset="0"/>
              <a:ea typeface="Source Sans Pro" panose="020B0503030403020204" pitchFamily="34" charset="0"/>
            </a:endParaRPr>
          </a:p>
        </p:txBody>
      </p:sp>
      <p:sp>
        <p:nvSpPr>
          <p:cNvPr id="152" name="Google Shape;152;p1"/>
          <p:cNvSpPr txBox="1"/>
          <p:nvPr/>
        </p:nvSpPr>
        <p:spPr>
          <a:xfrm>
            <a:off x="9875287" y="2077432"/>
            <a:ext cx="3738900" cy="276300"/>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rgbClr val="444746"/>
              </a:buClr>
              <a:buSzPts val="1000"/>
              <a:buFont typeface="Arial"/>
              <a:buNone/>
            </a:pPr>
            <a:r>
              <a:rPr lang="en-US" sz="1200" b="0" i="0" u="none" strike="noStrike" cap="none" dirty="0">
                <a:solidFill>
                  <a:srgbClr val="4C4C4C"/>
                </a:solidFill>
                <a:latin typeface="Source Sans Pro" panose="020B0503030403020204" pitchFamily="34" charset="0"/>
                <a:ea typeface="Source Sans Pro" panose="020B0503030403020204" pitchFamily="34" charset="0"/>
                <a:sym typeface="Helvetica Neue"/>
              </a:rPr>
              <a:t>Consider the following network graph…</a:t>
            </a:r>
            <a:endParaRPr sz="1200" b="0" i="0" u="none" strike="noStrike" cap="none" dirty="0">
              <a:solidFill>
                <a:srgbClr val="4C4C4C"/>
              </a:solidFill>
              <a:latin typeface="Source Sans Pro" panose="020B0503030403020204" pitchFamily="34" charset="0"/>
              <a:ea typeface="Source Sans Pro" panose="020B0503030403020204" pitchFamily="34" charset="0"/>
              <a:sym typeface="Helvetica Neue"/>
            </a:endParaRPr>
          </a:p>
        </p:txBody>
      </p:sp>
      <p:sp>
        <p:nvSpPr>
          <p:cNvPr id="153" name="Google Shape;153;p1"/>
          <p:cNvSpPr txBox="1"/>
          <p:nvPr/>
        </p:nvSpPr>
        <p:spPr>
          <a:xfrm>
            <a:off x="9943012" y="3995826"/>
            <a:ext cx="3885548" cy="2743015"/>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rgbClr val="444746"/>
              </a:buClr>
              <a:buSzPts val="1000"/>
              <a:buFont typeface="Arial"/>
              <a:buNone/>
            </a:pPr>
            <a:r>
              <a:rPr lang="en-US" sz="1200" b="0" i="0" u="none" strike="noStrike" cap="none" dirty="0">
                <a:solidFill>
                  <a:srgbClr val="4C4C4C"/>
                </a:solidFill>
                <a:latin typeface="Source Sans Pro" panose="020B0503030403020204" pitchFamily="34" charset="0"/>
                <a:ea typeface="Source Sans Pro" panose="020B0503030403020204" pitchFamily="34" charset="0"/>
                <a:sym typeface="Helvetica Neue"/>
              </a:rPr>
              <a:t>Developers can immediately identify parts of the project that warrant additional attention by visual weight, which can be set to scale nodes and relationships by metrics of interest.</a:t>
            </a:r>
            <a:endParaRPr sz="1200" b="0" i="0" u="none" strike="noStrike" cap="none" dirty="0">
              <a:solidFill>
                <a:srgbClr val="4C4C4C"/>
              </a:solidFill>
              <a:latin typeface="Source Sans Pro" panose="020B0503030403020204" pitchFamily="34" charset="0"/>
              <a:ea typeface="Source Sans Pro" panose="020B0503030403020204" pitchFamily="34" charset="0"/>
              <a:sym typeface="Helvetica Neue"/>
            </a:endParaRPr>
          </a:p>
          <a:p>
            <a:pPr marL="0" marR="0" lvl="0" indent="0" algn="l" rtl="0">
              <a:lnSpc>
                <a:spcPct val="90000"/>
              </a:lnSpc>
              <a:spcBef>
                <a:spcPts val="0"/>
              </a:spcBef>
              <a:spcAft>
                <a:spcPts val="0"/>
              </a:spcAft>
              <a:buClr>
                <a:srgbClr val="444746"/>
              </a:buClr>
              <a:buSzPts val="1000"/>
              <a:buFont typeface="Arial"/>
              <a:buNone/>
            </a:pPr>
            <a:endParaRPr sz="1200" b="0" i="0" u="none" strike="noStrike" cap="none" dirty="0">
              <a:solidFill>
                <a:srgbClr val="000000"/>
              </a:solidFill>
              <a:latin typeface="Source Sans Pro" panose="020B0503030403020204" pitchFamily="34" charset="0"/>
              <a:ea typeface="Source Sans Pro" panose="020B0503030403020204" pitchFamily="34" charset="0"/>
              <a:sym typeface="Helvetica Neue"/>
            </a:endParaRPr>
          </a:p>
          <a:p>
            <a:pPr marL="0" marR="0" lvl="0" indent="0" algn="l" rtl="0">
              <a:lnSpc>
                <a:spcPct val="90000"/>
              </a:lnSpc>
              <a:spcBef>
                <a:spcPts val="0"/>
              </a:spcBef>
              <a:spcAft>
                <a:spcPts val="0"/>
              </a:spcAft>
              <a:buClr>
                <a:srgbClr val="444746"/>
              </a:buClr>
              <a:buSzPts val="1000"/>
              <a:buFont typeface="Arial"/>
              <a:buNone/>
            </a:pPr>
            <a:r>
              <a:rPr lang="en-US" sz="1200" b="0" i="0" u="none" strike="noStrike" cap="none" dirty="0">
                <a:solidFill>
                  <a:srgbClr val="4C4C4C"/>
                </a:solidFill>
                <a:latin typeface="Source Sans Pro" panose="020B0503030403020204" pitchFamily="34" charset="0"/>
                <a:ea typeface="Source Sans Pro" panose="020B0503030403020204" pitchFamily="34" charset="0"/>
                <a:sym typeface="Helvetica Neue"/>
              </a:rPr>
              <a:t>e.g. “</a:t>
            </a:r>
            <a:r>
              <a:rPr lang="en-US" sz="1200" b="0" i="1" u="none" strike="noStrike" cap="none" dirty="0">
                <a:solidFill>
                  <a:srgbClr val="4C4C4C"/>
                </a:solidFill>
                <a:latin typeface="Source Sans Pro" panose="020B0503030403020204" pitchFamily="34" charset="0"/>
                <a:ea typeface="Source Sans Pro" panose="020B0503030403020204" pitchFamily="34" charset="0"/>
                <a:sym typeface="Helvetica Neue"/>
              </a:rPr>
              <a:t>this </a:t>
            </a:r>
            <a:r>
              <a:rPr lang="en-US" sz="1200" b="1" i="1" u="none" strike="noStrike" cap="none" dirty="0">
                <a:solidFill>
                  <a:srgbClr val="4C4C4C"/>
                </a:solidFill>
                <a:latin typeface="Source Sans Pro" panose="020B0503030403020204" pitchFamily="34" charset="0"/>
                <a:ea typeface="Source Sans Pro" panose="020B0503030403020204" pitchFamily="34" charset="0"/>
                <a:sym typeface="Helvetica Neue"/>
              </a:rPr>
              <a:t>file</a:t>
            </a:r>
            <a:r>
              <a:rPr lang="en-US" sz="1200" b="0" i="1" u="none" strike="noStrike" cap="none" dirty="0">
                <a:solidFill>
                  <a:srgbClr val="4C4C4C"/>
                </a:solidFill>
                <a:latin typeface="Source Sans Pro" panose="020B0503030403020204" pitchFamily="34" charset="0"/>
                <a:ea typeface="Source Sans Pro" panose="020B0503030403020204" pitchFamily="34" charset="0"/>
                <a:sym typeface="Helvetica Neue"/>
              </a:rPr>
              <a:t> has </a:t>
            </a:r>
            <a:r>
              <a:rPr lang="en-US" sz="1200" b="1" i="1" u="none" strike="noStrike" cap="none" dirty="0">
                <a:solidFill>
                  <a:srgbClr val="4C4C4C"/>
                </a:solidFill>
                <a:latin typeface="Source Sans Pro" panose="020B0503030403020204" pitchFamily="34" charset="0"/>
                <a:ea typeface="Source Sans Pro" panose="020B0503030403020204" pitchFamily="34" charset="0"/>
                <a:sym typeface="Helvetica Neue"/>
              </a:rPr>
              <a:t>a</a:t>
            </a:r>
            <a:r>
              <a:rPr lang="en-US" sz="1200" b="0" i="1" u="none" strike="noStrike" cap="none" dirty="0">
                <a:solidFill>
                  <a:srgbClr val="4C4C4C"/>
                </a:solidFill>
                <a:latin typeface="Source Sans Pro" panose="020B0503030403020204" pitchFamily="34" charset="0"/>
                <a:ea typeface="Source Sans Pro" panose="020B0503030403020204" pitchFamily="34" charset="0"/>
                <a:sym typeface="Helvetica Neue"/>
              </a:rPr>
              <a:t> </a:t>
            </a:r>
            <a:r>
              <a:rPr lang="en-US" sz="1200" b="1" i="1" u="none" strike="noStrike" cap="none" dirty="0">
                <a:solidFill>
                  <a:srgbClr val="4C4C4C"/>
                </a:solidFill>
                <a:latin typeface="Source Sans Pro" panose="020B0503030403020204" pitchFamily="34" charset="0"/>
                <a:ea typeface="Source Sans Pro" panose="020B0503030403020204" pitchFamily="34" charset="0"/>
                <a:sym typeface="Helvetica Neue"/>
              </a:rPr>
              <a:t>lot</a:t>
            </a:r>
            <a:r>
              <a:rPr lang="en-US" sz="1200" b="0" i="1" u="none" strike="noStrike" cap="none" dirty="0">
                <a:solidFill>
                  <a:srgbClr val="4C4C4C"/>
                </a:solidFill>
                <a:latin typeface="Source Sans Pro" panose="020B0503030403020204" pitchFamily="34" charset="0"/>
                <a:ea typeface="Source Sans Pro" panose="020B0503030403020204" pitchFamily="34" charset="0"/>
                <a:sym typeface="Helvetica Neue"/>
              </a:rPr>
              <a:t> </a:t>
            </a:r>
            <a:r>
              <a:rPr lang="en-US" sz="1200" b="1" i="1" u="none" strike="noStrike" cap="none" dirty="0">
                <a:solidFill>
                  <a:srgbClr val="4C4C4C"/>
                </a:solidFill>
                <a:latin typeface="Source Sans Pro" panose="020B0503030403020204" pitchFamily="34" charset="0"/>
                <a:ea typeface="Source Sans Pro" panose="020B0503030403020204" pitchFamily="34" charset="0"/>
                <a:sym typeface="Helvetica Neue"/>
              </a:rPr>
              <a:t>of code</a:t>
            </a:r>
            <a:r>
              <a:rPr lang="en-US" sz="1200" b="0" i="1" u="none" strike="noStrike" cap="none" dirty="0">
                <a:solidFill>
                  <a:srgbClr val="4C4C4C"/>
                </a:solidFill>
                <a:latin typeface="Source Sans Pro" panose="020B0503030403020204" pitchFamily="34" charset="0"/>
                <a:ea typeface="Source Sans Pro" panose="020B0503030403020204" pitchFamily="34" charset="0"/>
                <a:sym typeface="Helvetica Neue"/>
              </a:rPr>
              <a:t> and..</a:t>
            </a:r>
            <a:r>
              <a:rPr lang="en-US" sz="1200" b="0" i="0" u="none" strike="noStrike" cap="none" dirty="0">
                <a:solidFill>
                  <a:srgbClr val="4C4C4C"/>
                </a:solidFill>
                <a:latin typeface="Source Sans Pro" panose="020B0503030403020204" pitchFamily="34" charset="0"/>
                <a:ea typeface="Source Sans Pro" panose="020B0503030403020204" pitchFamily="34" charset="0"/>
                <a:sym typeface="Helvetica Neue"/>
              </a:rPr>
              <a:t> </a:t>
            </a:r>
            <a:r>
              <a:rPr lang="en-US" sz="1200" b="0" i="1" u="none" strike="noStrike" cap="none" dirty="0">
                <a:solidFill>
                  <a:srgbClr val="4C4C4C"/>
                </a:solidFill>
                <a:latin typeface="Source Sans Pro" panose="020B0503030403020204" pitchFamily="34" charset="0"/>
                <a:ea typeface="Source Sans Pro" panose="020B0503030403020204" pitchFamily="34" charset="0"/>
                <a:sym typeface="Helvetica Neue"/>
              </a:rPr>
              <a:t>it appears that </a:t>
            </a:r>
            <a:r>
              <a:rPr lang="en-US" sz="1200" b="1" i="1" u="none" strike="noStrike" cap="none" dirty="0">
                <a:solidFill>
                  <a:srgbClr val="4C4C4C"/>
                </a:solidFill>
                <a:latin typeface="Source Sans Pro" panose="020B0503030403020204" pitchFamily="34" charset="0"/>
                <a:ea typeface="Source Sans Pro" panose="020B0503030403020204" pitchFamily="34" charset="0"/>
                <a:sym typeface="Helvetica Neue"/>
              </a:rPr>
              <a:t>Person A</a:t>
            </a:r>
            <a:r>
              <a:rPr lang="en-US" sz="1200" b="0" i="1" u="none" strike="noStrike" cap="none" dirty="0">
                <a:solidFill>
                  <a:srgbClr val="4C4C4C"/>
                </a:solidFill>
                <a:latin typeface="Source Sans Pro" panose="020B0503030403020204" pitchFamily="34" charset="0"/>
                <a:ea typeface="Source Sans Pro" panose="020B0503030403020204" pitchFamily="34" charset="0"/>
                <a:sym typeface="Helvetica Neue"/>
              </a:rPr>
              <a:t> is a </a:t>
            </a:r>
            <a:r>
              <a:rPr lang="en-US" sz="1200" b="1" i="1" u="none" strike="noStrike" cap="none" dirty="0">
                <a:solidFill>
                  <a:srgbClr val="92D051"/>
                </a:solidFill>
                <a:latin typeface="Source Sans Pro" panose="020B0503030403020204" pitchFamily="34" charset="0"/>
                <a:ea typeface="Source Sans Pro" panose="020B0503030403020204" pitchFamily="34" charset="0"/>
                <a:sym typeface="Helvetica Neue"/>
              </a:rPr>
              <a:t>major contributor</a:t>
            </a:r>
            <a:r>
              <a:rPr lang="en-US" sz="1200" b="0" i="1" u="none" strike="noStrike" cap="none" dirty="0">
                <a:solidFill>
                  <a:srgbClr val="000000"/>
                </a:solidFill>
                <a:latin typeface="Source Sans Pro" panose="020B0503030403020204" pitchFamily="34" charset="0"/>
                <a:ea typeface="Source Sans Pro" panose="020B0503030403020204" pitchFamily="34" charset="0"/>
                <a:sym typeface="Helvetica Neue"/>
              </a:rPr>
              <a:t>, </a:t>
            </a:r>
            <a:r>
              <a:rPr lang="en-US" sz="1200" b="0" i="1" u="none" strike="noStrike" cap="none" dirty="0">
                <a:solidFill>
                  <a:srgbClr val="4C4C4C"/>
                </a:solidFill>
                <a:latin typeface="Source Sans Pro" panose="020B0503030403020204" pitchFamily="34" charset="0"/>
                <a:ea typeface="Source Sans Pro" panose="020B0503030403020204" pitchFamily="34" charset="0"/>
                <a:sym typeface="Helvetica Neue"/>
              </a:rPr>
              <a:t>but they are </a:t>
            </a:r>
            <a:r>
              <a:rPr lang="en-US" sz="1200" b="1" i="1" u="none" strike="noStrike" cap="none" dirty="0">
                <a:solidFill>
                  <a:srgbClr val="4C4C4C"/>
                </a:solidFill>
                <a:latin typeface="Source Sans Pro" panose="020B0503030403020204" pitchFamily="34" charset="0"/>
                <a:ea typeface="Source Sans Pro" panose="020B0503030403020204" pitchFamily="34" charset="0"/>
                <a:sym typeface="Helvetica Neue"/>
              </a:rPr>
              <a:t>not</a:t>
            </a:r>
            <a:r>
              <a:rPr lang="en-US" sz="1200" b="0" i="1" u="none" strike="noStrike" cap="none" dirty="0">
                <a:solidFill>
                  <a:srgbClr val="4C4C4C"/>
                </a:solidFill>
                <a:latin typeface="Source Sans Pro" panose="020B0503030403020204" pitchFamily="34" charset="0"/>
                <a:ea typeface="Source Sans Pro" panose="020B0503030403020204" pitchFamily="34" charset="0"/>
                <a:sym typeface="Helvetica Neue"/>
              </a:rPr>
              <a:t> a part of the </a:t>
            </a:r>
            <a:r>
              <a:rPr lang="en-US" sz="1200" b="1" i="1" u="none" strike="noStrike" cap="none" dirty="0">
                <a:solidFill>
                  <a:srgbClr val="4C4C4C"/>
                </a:solidFill>
                <a:latin typeface="Source Sans Pro" panose="020B0503030403020204" pitchFamily="34" charset="0"/>
                <a:ea typeface="Source Sans Pro" panose="020B0503030403020204" pitchFamily="34" charset="0"/>
                <a:sym typeface="Helvetica Neue"/>
              </a:rPr>
              <a:t>discussion</a:t>
            </a:r>
            <a:r>
              <a:rPr lang="en-US" sz="1200" b="0" i="1" u="none" strike="noStrike" cap="none" dirty="0">
                <a:solidFill>
                  <a:srgbClr val="4C4C4C"/>
                </a:solidFill>
                <a:latin typeface="Source Sans Pro" panose="020B0503030403020204" pitchFamily="34" charset="0"/>
                <a:ea typeface="Source Sans Pro" panose="020B0503030403020204" pitchFamily="34" charset="0"/>
                <a:sym typeface="Helvetica Neue"/>
              </a:rPr>
              <a:t> on the </a:t>
            </a:r>
            <a:r>
              <a:rPr lang="en-US" sz="1200" b="1" i="1" u="none" strike="noStrike" cap="none" dirty="0">
                <a:solidFill>
                  <a:srgbClr val="1255CC"/>
                </a:solidFill>
                <a:latin typeface="Source Sans Pro" panose="020B0503030403020204" pitchFamily="34" charset="0"/>
                <a:ea typeface="Source Sans Pro" panose="020B0503030403020204" pitchFamily="34" charset="0"/>
                <a:sym typeface="Helvetica Neue"/>
              </a:rPr>
              <a:t>issue</a:t>
            </a:r>
            <a:r>
              <a:rPr lang="en-US" sz="1200" b="0" i="1" u="none" strike="noStrike" cap="none" dirty="0">
                <a:solidFill>
                  <a:srgbClr val="000000"/>
                </a:solidFill>
                <a:latin typeface="Source Sans Pro" panose="020B0503030403020204" pitchFamily="34" charset="0"/>
                <a:ea typeface="Source Sans Pro" panose="020B0503030403020204" pitchFamily="34" charset="0"/>
                <a:sym typeface="Helvetica Neue"/>
              </a:rPr>
              <a:t>.</a:t>
            </a:r>
            <a:r>
              <a:rPr lang="en-US" sz="1200" b="0" i="0" u="none" strike="noStrike" cap="none" dirty="0">
                <a:solidFill>
                  <a:srgbClr val="000000"/>
                </a:solidFill>
                <a:latin typeface="Source Sans Pro" panose="020B0503030403020204" pitchFamily="34" charset="0"/>
                <a:ea typeface="Source Sans Pro" panose="020B0503030403020204" pitchFamily="34" charset="0"/>
                <a:sym typeface="Helvetica Neue"/>
              </a:rPr>
              <a:t>”</a:t>
            </a:r>
            <a:endParaRPr sz="1200" b="0" i="0" u="none" strike="noStrike" cap="none" dirty="0">
              <a:solidFill>
                <a:srgbClr val="000000"/>
              </a:solidFill>
              <a:latin typeface="Source Sans Pro" panose="020B0503030403020204" pitchFamily="34" charset="0"/>
              <a:ea typeface="Source Sans Pro" panose="020B0503030403020204" pitchFamily="34" charset="0"/>
              <a:sym typeface="Helvetica Neue"/>
            </a:endParaRPr>
          </a:p>
          <a:p>
            <a:pPr marL="0" marR="0" lvl="0" indent="0" algn="l" rtl="0">
              <a:lnSpc>
                <a:spcPct val="90000"/>
              </a:lnSpc>
              <a:spcBef>
                <a:spcPts val="0"/>
              </a:spcBef>
              <a:spcAft>
                <a:spcPts val="0"/>
              </a:spcAft>
              <a:buClr>
                <a:srgbClr val="444746"/>
              </a:buClr>
              <a:buSzPts val="1000"/>
              <a:buFont typeface="Arial"/>
              <a:buNone/>
            </a:pPr>
            <a:endParaRPr sz="1200" b="0" i="0" u="none" strike="noStrike" cap="none" dirty="0">
              <a:solidFill>
                <a:srgbClr val="000000"/>
              </a:solidFill>
              <a:latin typeface="Source Sans Pro" panose="020B0503030403020204" pitchFamily="34" charset="0"/>
              <a:ea typeface="Source Sans Pro" panose="020B0503030403020204" pitchFamily="34" charset="0"/>
              <a:sym typeface="Helvetica Neue"/>
            </a:endParaRPr>
          </a:p>
          <a:p>
            <a:pPr marL="0" marR="0" lvl="0" indent="0" algn="l" rtl="0">
              <a:lnSpc>
                <a:spcPct val="90000"/>
              </a:lnSpc>
              <a:spcBef>
                <a:spcPts val="0"/>
              </a:spcBef>
              <a:spcAft>
                <a:spcPts val="0"/>
              </a:spcAft>
              <a:buClr>
                <a:srgbClr val="444746"/>
              </a:buClr>
              <a:buSzPts val="1000"/>
              <a:buFont typeface="Arial"/>
              <a:buNone/>
            </a:pPr>
            <a:endParaRPr sz="1200" b="0" i="0" u="none" strike="noStrike" cap="none" dirty="0">
              <a:solidFill>
                <a:srgbClr val="4C4C4C"/>
              </a:solidFill>
              <a:latin typeface="Source Sans Pro" panose="020B0503030403020204" pitchFamily="34" charset="0"/>
              <a:ea typeface="Source Sans Pro" panose="020B0503030403020204" pitchFamily="34" charset="0"/>
              <a:sym typeface="Helvetica Neue"/>
            </a:endParaRPr>
          </a:p>
          <a:p>
            <a:pPr marL="0" marR="0" lvl="0" indent="0" algn="l" rtl="0">
              <a:lnSpc>
                <a:spcPct val="90000"/>
              </a:lnSpc>
              <a:spcBef>
                <a:spcPts val="0"/>
              </a:spcBef>
              <a:spcAft>
                <a:spcPts val="0"/>
              </a:spcAft>
              <a:buClr>
                <a:srgbClr val="444746"/>
              </a:buClr>
              <a:buSzPts val="1000"/>
              <a:buFont typeface="Arial"/>
              <a:buNone/>
            </a:pPr>
            <a:r>
              <a:rPr lang="en-US" sz="1200" b="0" i="0" u="none" strike="noStrike" cap="none" dirty="0">
                <a:solidFill>
                  <a:srgbClr val="4C4C4C"/>
                </a:solidFill>
                <a:latin typeface="Source Sans Pro" panose="020B0503030403020204" pitchFamily="34" charset="0"/>
                <a:ea typeface="Source Sans Pro" panose="020B0503030403020204" pitchFamily="34" charset="0"/>
                <a:sym typeface="Helvetica Neue"/>
              </a:rPr>
              <a:t>or.. </a:t>
            </a:r>
            <a:r>
              <a:rPr lang="en-US" sz="1200" b="0" i="1" u="none" strike="noStrike" cap="none" dirty="0">
                <a:solidFill>
                  <a:srgbClr val="4C4C4C"/>
                </a:solidFill>
                <a:latin typeface="Source Sans Pro" panose="020B0503030403020204" pitchFamily="34" charset="0"/>
                <a:ea typeface="Source Sans Pro" panose="020B0503030403020204" pitchFamily="34" charset="0"/>
                <a:sym typeface="Helvetica Neue"/>
              </a:rPr>
              <a:t>“this</a:t>
            </a:r>
            <a:r>
              <a:rPr lang="en-US" sz="1200" b="1" i="1" u="none" strike="noStrike" cap="none" dirty="0">
                <a:solidFill>
                  <a:srgbClr val="4C4C4C"/>
                </a:solidFill>
                <a:latin typeface="Source Sans Pro" panose="020B0503030403020204" pitchFamily="34" charset="0"/>
                <a:ea typeface="Source Sans Pro" panose="020B0503030403020204" pitchFamily="34" charset="0"/>
                <a:sym typeface="Helvetica Neue"/>
              </a:rPr>
              <a:t> file</a:t>
            </a:r>
            <a:r>
              <a:rPr lang="en-US" sz="1200" b="0" i="1" u="none" strike="noStrike" cap="none" dirty="0">
                <a:solidFill>
                  <a:srgbClr val="4C4C4C"/>
                </a:solidFill>
                <a:latin typeface="Source Sans Pro" panose="020B0503030403020204" pitchFamily="34" charset="0"/>
                <a:ea typeface="Source Sans Pro" panose="020B0503030403020204" pitchFamily="34" charset="0"/>
                <a:sym typeface="Helvetica Neue"/>
              </a:rPr>
              <a:t> has </a:t>
            </a:r>
            <a:r>
              <a:rPr lang="en-US" sz="1200" b="1" i="1" u="none" strike="noStrike" cap="none" dirty="0">
                <a:solidFill>
                  <a:srgbClr val="4C4C4C"/>
                </a:solidFill>
                <a:latin typeface="Source Sans Pro" panose="020B0503030403020204" pitchFamily="34" charset="0"/>
                <a:ea typeface="Source Sans Pro" panose="020B0503030403020204" pitchFamily="34" charset="0"/>
                <a:sym typeface="Helvetica Neue"/>
              </a:rPr>
              <a:t>a lot of </a:t>
            </a:r>
            <a:r>
              <a:rPr lang="en-US" sz="1200" b="0" i="1" u="none" strike="noStrike" cap="none" dirty="0">
                <a:solidFill>
                  <a:srgbClr val="4C4C4C"/>
                </a:solidFill>
                <a:latin typeface="Source Sans Pro" panose="020B0503030403020204" pitchFamily="34" charset="0"/>
                <a:ea typeface="Source Sans Pro" panose="020B0503030403020204" pitchFamily="34" charset="0"/>
                <a:sym typeface="Helvetica Neue"/>
              </a:rPr>
              <a:t>dependencies. Could we perhaps split up it up and separate its concerns?”</a:t>
            </a:r>
            <a:endParaRPr sz="1200" b="0" i="1" u="none" strike="noStrike" cap="none" dirty="0">
              <a:solidFill>
                <a:srgbClr val="4C4C4C"/>
              </a:solidFill>
              <a:latin typeface="Source Sans Pro" panose="020B0503030403020204" pitchFamily="34" charset="0"/>
              <a:ea typeface="Source Sans Pro" panose="020B0503030403020204" pitchFamily="34" charset="0"/>
              <a:sym typeface="Helvetica Neue"/>
            </a:endParaRPr>
          </a:p>
          <a:p>
            <a:pPr marL="0" marR="0" lvl="0" indent="0" algn="l" rtl="0">
              <a:lnSpc>
                <a:spcPct val="90000"/>
              </a:lnSpc>
              <a:spcBef>
                <a:spcPts val="0"/>
              </a:spcBef>
              <a:spcAft>
                <a:spcPts val="0"/>
              </a:spcAft>
              <a:buClr>
                <a:srgbClr val="444746"/>
              </a:buClr>
              <a:buSzPts val="1000"/>
              <a:buFont typeface="Arial"/>
              <a:buNone/>
            </a:pPr>
            <a:endParaRPr sz="1200" b="0" i="1" u="none" strike="noStrike" cap="none" dirty="0">
              <a:solidFill>
                <a:srgbClr val="000000"/>
              </a:solidFill>
              <a:latin typeface="Source Sans Pro" panose="020B0503030403020204" pitchFamily="34" charset="0"/>
              <a:ea typeface="Source Sans Pro" panose="020B0503030403020204" pitchFamily="34" charset="0"/>
              <a:sym typeface="Helvetica Neue"/>
            </a:endParaRPr>
          </a:p>
          <a:p>
            <a:pPr marL="0" marR="0" lvl="0" indent="0" algn="l" rtl="0">
              <a:lnSpc>
                <a:spcPct val="90000"/>
              </a:lnSpc>
              <a:spcBef>
                <a:spcPts val="0"/>
              </a:spcBef>
              <a:spcAft>
                <a:spcPts val="0"/>
              </a:spcAft>
              <a:buClr>
                <a:srgbClr val="444746"/>
              </a:buClr>
              <a:buSzPts val="1000"/>
              <a:buFont typeface="Arial"/>
              <a:buNone/>
            </a:pPr>
            <a:endParaRPr sz="1200" b="0" i="0" u="none" strike="noStrike" cap="none" dirty="0">
              <a:solidFill>
                <a:srgbClr val="000000"/>
              </a:solidFill>
              <a:latin typeface="Source Sans Pro" panose="020B0503030403020204" pitchFamily="34" charset="0"/>
              <a:ea typeface="Source Sans Pro" panose="020B0503030403020204" pitchFamily="34" charset="0"/>
              <a:sym typeface="Helvetica Neue"/>
            </a:endParaRPr>
          </a:p>
        </p:txBody>
      </p:sp>
      <p:sp>
        <p:nvSpPr>
          <p:cNvPr id="154" name="Google Shape;154;p1"/>
          <p:cNvSpPr txBox="1"/>
          <p:nvPr/>
        </p:nvSpPr>
        <p:spPr>
          <a:xfrm>
            <a:off x="4984024" y="4649255"/>
            <a:ext cx="3738900" cy="345900"/>
          </a:xfrm>
          <a:prstGeom prst="rect">
            <a:avLst/>
          </a:prstGeom>
          <a:noFill/>
          <a:ln>
            <a:noFill/>
          </a:ln>
        </p:spPr>
        <p:txBody>
          <a:bodyPr spcFirstLastPara="1" wrap="square" lIns="12700" tIns="12700" rIns="12700" bIns="12700" anchor="ctr" anchorCtr="0">
            <a:spAutoFit/>
          </a:bodyPr>
          <a:lstStyle/>
          <a:p>
            <a:pPr marL="0" marR="0" lvl="1" indent="0" algn="l" rtl="0">
              <a:lnSpc>
                <a:spcPct val="80000"/>
              </a:lnSpc>
              <a:spcBef>
                <a:spcPts val="0"/>
              </a:spcBef>
              <a:spcAft>
                <a:spcPts val="0"/>
              </a:spcAft>
              <a:buClr>
                <a:srgbClr val="4C4C4C"/>
              </a:buClr>
              <a:buSzPts val="2500"/>
              <a:buFont typeface="Arial"/>
              <a:buNone/>
            </a:pPr>
            <a:r>
              <a:rPr lang="en-US" sz="2600" i="0" u="none" strike="noStrike" cap="none" dirty="0">
                <a:solidFill>
                  <a:srgbClr val="628DB5"/>
                </a:solidFill>
                <a:latin typeface="Source Sans Pro" panose="020B0503030403020204" pitchFamily="34" charset="0"/>
                <a:ea typeface="Source Sans Pro" panose="020B0503030403020204" pitchFamily="34" charset="0"/>
              </a:rPr>
              <a:t>Subgraph Highlight</a:t>
            </a:r>
            <a:endParaRPr sz="2600" i="0" u="none" strike="noStrike" cap="none" dirty="0">
              <a:solidFill>
                <a:srgbClr val="628DB5"/>
              </a:solidFill>
              <a:latin typeface="Source Sans Pro" panose="020B0503030403020204" pitchFamily="34" charset="0"/>
              <a:ea typeface="Source Sans Pro" panose="020B0503030403020204" pitchFamily="34" charset="0"/>
            </a:endParaRPr>
          </a:p>
        </p:txBody>
      </p:sp>
      <p:sp>
        <p:nvSpPr>
          <p:cNvPr id="155" name="Google Shape;155;p1"/>
          <p:cNvSpPr txBox="1"/>
          <p:nvPr/>
        </p:nvSpPr>
        <p:spPr>
          <a:xfrm>
            <a:off x="4993685" y="5037349"/>
            <a:ext cx="4416056" cy="1374000"/>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rgbClr val="444746"/>
              </a:buClr>
              <a:buSzPts val="1000"/>
              <a:buFont typeface="Arial"/>
              <a:buNone/>
            </a:pPr>
            <a:r>
              <a:rPr lang="en-US" sz="1200" b="0" i="0" u="none" strike="noStrike" cap="none" dirty="0">
                <a:solidFill>
                  <a:srgbClr val="4C4C4C"/>
                </a:solidFill>
                <a:latin typeface="Source Sans Pro" panose="020B0503030403020204" pitchFamily="34" charset="0"/>
                <a:ea typeface="Source Sans Pro" panose="020B0503030403020204" pitchFamily="34" charset="0"/>
                <a:sym typeface="Helvetica Neue"/>
              </a:rPr>
              <a:t>Developers may select nodes of interest and create a </a:t>
            </a:r>
            <a:r>
              <a:rPr lang="en-US" sz="1200" b="0" i="1" u="none" strike="noStrike" cap="none" dirty="0">
                <a:solidFill>
                  <a:srgbClr val="4C4C4C"/>
                </a:solidFill>
                <a:latin typeface="Source Sans Pro" panose="020B0503030403020204" pitchFamily="34" charset="0"/>
                <a:ea typeface="Source Sans Pro" panose="020B0503030403020204" pitchFamily="34" charset="0"/>
                <a:sym typeface="Helvetica Neue"/>
              </a:rPr>
              <a:t>highlighted subgraph</a:t>
            </a:r>
            <a:r>
              <a:rPr lang="en-US" sz="1200" b="0" i="0" u="none" strike="noStrike" cap="none" dirty="0">
                <a:solidFill>
                  <a:srgbClr val="4C4C4C"/>
                </a:solidFill>
                <a:latin typeface="Source Sans Pro" panose="020B0503030403020204" pitchFamily="34" charset="0"/>
                <a:ea typeface="Source Sans Pro" panose="020B0503030403020204" pitchFamily="34" charset="0"/>
                <a:sym typeface="Helvetica Neue"/>
              </a:rPr>
              <a:t> that is accompanied by a panel containing further information about the nodes and relationships present in the subgraph.</a:t>
            </a:r>
            <a:endParaRPr sz="1200" b="0" i="0" u="none" strike="noStrike" cap="none" dirty="0">
              <a:solidFill>
                <a:srgbClr val="4C4C4C"/>
              </a:solidFill>
              <a:latin typeface="Source Sans Pro" panose="020B0503030403020204" pitchFamily="34" charset="0"/>
              <a:ea typeface="Source Sans Pro" panose="020B0503030403020204" pitchFamily="34" charset="0"/>
              <a:sym typeface="Helvetica Neue"/>
            </a:endParaRPr>
          </a:p>
        </p:txBody>
      </p:sp>
      <p:grpSp>
        <p:nvGrpSpPr>
          <p:cNvPr id="156" name="Google Shape;156;p1"/>
          <p:cNvGrpSpPr/>
          <p:nvPr/>
        </p:nvGrpSpPr>
        <p:grpSpPr>
          <a:xfrm>
            <a:off x="5336087" y="6013751"/>
            <a:ext cx="3298954" cy="2193373"/>
            <a:chOff x="10592773" y="4777763"/>
            <a:chExt cx="3298954" cy="2193373"/>
          </a:xfrm>
        </p:grpSpPr>
        <p:sp>
          <p:nvSpPr>
            <p:cNvPr id="157" name="Google Shape;157;p1"/>
            <p:cNvSpPr/>
            <p:nvPr/>
          </p:nvSpPr>
          <p:spPr>
            <a:xfrm>
              <a:off x="12237743" y="5550161"/>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158" name="Google Shape;158;p1"/>
            <p:cNvSpPr/>
            <p:nvPr/>
          </p:nvSpPr>
          <p:spPr>
            <a:xfrm>
              <a:off x="12990609" y="5398089"/>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159" name="Google Shape;159;p1"/>
            <p:cNvSpPr/>
            <p:nvPr/>
          </p:nvSpPr>
          <p:spPr>
            <a:xfrm>
              <a:off x="13329043" y="522974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160" name="Google Shape;160;p1"/>
            <p:cNvSpPr/>
            <p:nvPr/>
          </p:nvSpPr>
          <p:spPr>
            <a:xfrm>
              <a:off x="13317282" y="5522084"/>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161" name="Google Shape;161;p1"/>
            <p:cNvSpPr/>
            <p:nvPr/>
          </p:nvSpPr>
          <p:spPr>
            <a:xfrm>
              <a:off x="13699427" y="5306906"/>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162" name="Google Shape;162;p1"/>
            <p:cNvSpPr/>
            <p:nvPr/>
          </p:nvSpPr>
          <p:spPr>
            <a:xfrm>
              <a:off x="12990598" y="5644267"/>
              <a:ext cx="192300" cy="198000"/>
            </a:xfrm>
            <a:prstGeom prst="ellipse">
              <a:avLst/>
            </a:prstGeom>
            <a:solidFill>
              <a:srgbClr val="9FC5E8"/>
            </a:solidFill>
            <a:ln w="9525" cap="flat" cmpd="sng">
              <a:solidFill>
                <a:srgbClr val="262626"/>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163" name="Google Shape;163;p1"/>
            <p:cNvSpPr/>
            <p:nvPr/>
          </p:nvSpPr>
          <p:spPr>
            <a:xfrm>
              <a:off x="13261106" y="6564434"/>
              <a:ext cx="328200" cy="336900"/>
            </a:xfrm>
            <a:prstGeom prst="ellipse">
              <a:avLst/>
            </a:prstGeom>
            <a:solidFill>
              <a:srgbClr val="1155CC"/>
            </a:solidFill>
            <a:ln w="9525" cap="flat" cmpd="sng">
              <a:solidFill>
                <a:srgbClr val="000000"/>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164" name="Google Shape;164;p1"/>
            <p:cNvSpPr/>
            <p:nvPr/>
          </p:nvSpPr>
          <p:spPr>
            <a:xfrm>
              <a:off x="12889483" y="6773136"/>
              <a:ext cx="192300" cy="198000"/>
            </a:xfrm>
            <a:prstGeom prst="ellipse">
              <a:avLst/>
            </a:prstGeom>
            <a:solidFill>
              <a:srgbClr val="1155CC"/>
            </a:solidFill>
            <a:ln w="9525" cap="flat" cmpd="sng">
              <a:solidFill>
                <a:srgbClr val="000000"/>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165" name="Google Shape;165;p1"/>
            <p:cNvSpPr/>
            <p:nvPr/>
          </p:nvSpPr>
          <p:spPr>
            <a:xfrm>
              <a:off x="13324166" y="6099152"/>
              <a:ext cx="192300" cy="198000"/>
            </a:xfrm>
            <a:prstGeom prst="ellipse">
              <a:avLst/>
            </a:prstGeom>
            <a:solidFill>
              <a:srgbClr val="1155CC"/>
            </a:solidFill>
            <a:ln w="9525" cap="flat" cmpd="sng">
              <a:solidFill>
                <a:srgbClr val="000000"/>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166" name="Google Shape;166;p1"/>
            <p:cNvSpPr/>
            <p:nvPr/>
          </p:nvSpPr>
          <p:spPr>
            <a:xfrm>
              <a:off x="11468140" y="5576165"/>
              <a:ext cx="305700" cy="308400"/>
            </a:xfrm>
            <a:prstGeom prst="ellipse">
              <a:avLst/>
            </a:prstGeom>
            <a:solidFill>
              <a:srgbClr val="E4E4E3"/>
            </a:solidFill>
            <a:ln w="179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167" name="Google Shape;167;p1"/>
            <p:cNvSpPr/>
            <p:nvPr/>
          </p:nvSpPr>
          <p:spPr>
            <a:xfrm>
              <a:off x="10719482" y="592538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168" name="Google Shape;168;p1"/>
            <p:cNvSpPr/>
            <p:nvPr/>
          </p:nvSpPr>
          <p:spPr>
            <a:xfrm>
              <a:off x="11061232" y="5405652"/>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169" name="Google Shape;169;p1"/>
            <p:cNvSpPr/>
            <p:nvPr/>
          </p:nvSpPr>
          <p:spPr>
            <a:xfrm>
              <a:off x="10592773" y="6139937"/>
              <a:ext cx="274500" cy="2763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170" name="Google Shape;170;p1"/>
            <p:cNvSpPr/>
            <p:nvPr/>
          </p:nvSpPr>
          <p:spPr>
            <a:xfrm>
              <a:off x="11037864" y="6333062"/>
              <a:ext cx="192300" cy="198000"/>
            </a:xfrm>
            <a:prstGeom prst="ellipse">
              <a:avLst/>
            </a:prstGeom>
            <a:solidFill>
              <a:srgbClr val="D9D9D9"/>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171" name="Google Shape;171;p1"/>
            <p:cNvSpPr/>
            <p:nvPr/>
          </p:nvSpPr>
          <p:spPr>
            <a:xfrm>
              <a:off x="11449106" y="6300040"/>
              <a:ext cx="553500" cy="567900"/>
            </a:xfrm>
            <a:prstGeom prst="ellipse">
              <a:avLst/>
            </a:prstGeom>
            <a:solidFill>
              <a:srgbClr val="FFE599"/>
            </a:solidFill>
            <a:ln w="26900" cap="flat" cmpd="sng">
              <a:solidFill>
                <a:schemeClr val="dk2"/>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cxnSp>
          <p:nvCxnSpPr>
            <p:cNvPr id="172" name="Google Shape;172;p1"/>
            <p:cNvCxnSpPr>
              <a:stCxn id="157" idx="2"/>
              <a:endCxn id="166" idx="6"/>
            </p:cNvCxnSpPr>
            <p:nvPr/>
          </p:nvCxnSpPr>
          <p:spPr>
            <a:xfrm flipH="1">
              <a:off x="11773943" y="5649161"/>
              <a:ext cx="463800" cy="81300"/>
            </a:xfrm>
            <a:prstGeom prst="straightConnector1">
              <a:avLst/>
            </a:prstGeom>
            <a:noFill/>
            <a:ln w="9525" cap="flat" cmpd="sng">
              <a:solidFill>
                <a:srgbClr val="CCCCCC"/>
              </a:solidFill>
              <a:prstDash val="solid"/>
              <a:round/>
              <a:headEnd type="none" w="sm" len="sm"/>
              <a:tailEnd type="stealth" w="med" len="med"/>
            </a:ln>
          </p:spPr>
        </p:cxnSp>
        <p:cxnSp>
          <p:nvCxnSpPr>
            <p:cNvPr id="173" name="Google Shape;173;p1"/>
            <p:cNvCxnSpPr>
              <a:stCxn id="166" idx="2"/>
              <a:endCxn id="174" idx="6"/>
            </p:cNvCxnSpPr>
            <p:nvPr/>
          </p:nvCxnSpPr>
          <p:spPr>
            <a:xfrm flipH="1">
              <a:off x="11113540" y="5730365"/>
              <a:ext cx="354600" cy="30600"/>
            </a:xfrm>
            <a:prstGeom prst="straightConnector1">
              <a:avLst/>
            </a:prstGeom>
            <a:noFill/>
            <a:ln w="9525" cap="flat" cmpd="sng">
              <a:solidFill>
                <a:srgbClr val="CCCCCC"/>
              </a:solidFill>
              <a:prstDash val="solid"/>
              <a:round/>
              <a:headEnd type="none" w="sm" len="sm"/>
              <a:tailEnd type="stealth" w="med" len="med"/>
            </a:ln>
          </p:spPr>
        </p:cxnSp>
        <p:cxnSp>
          <p:nvCxnSpPr>
            <p:cNvPr id="175" name="Google Shape;175;p1"/>
            <p:cNvCxnSpPr>
              <a:stCxn id="171" idx="1"/>
              <a:endCxn id="176" idx="5"/>
            </p:cNvCxnSpPr>
            <p:nvPr/>
          </p:nvCxnSpPr>
          <p:spPr>
            <a:xfrm rot="10800000">
              <a:off x="11390064" y="6170507"/>
              <a:ext cx="140100" cy="212700"/>
            </a:xfrm>
            <a:prstGeom prst="straightConnector1">
              <a:avLst/>
            </a:prstGeom>
            <a:noFill/>
            <a:ln w="9525" cap="flat" cmpd="sng">
              <a:solidFill>
                <a:srgbClr val="CCCCCC"/>
              </a:solidFill>
              <a:prstDash val="solid"/>
              <a:round/>
              <a:headEnd type="none" w="sm" len="sm"/>
              <a:tailEnd type="stealth" w="med" len="med"/>
            </a:ln>
          </p:spPr>
        </p:cxnSp>
        <p:cxnSp>
          <p:nvCxnSpPr>
            <p:cNvPr id="177" name="Google Shape;177;p1"/>
            <p:cNvCxnSpPr>
              <a:stCxn id="171" idx="2"/>
              <a:endCxn id="170" idx="5"/>
            </p:cNvCxnSpPr>
            <p:nvPr/>
          </p:nvCxnSpPr>
          <p:spPr>
            <a:xfrm rot="10800000">
              <a:off x="11201906" y="6502090"/>
              <a:ext cx="247200" cy="81900"/>
            </a:xfrm>
            <a:prstGeom prst="straightConnector1">
              <a:avLst/>
            </a:prstGeom>
            <a:noFill/>
            <a:ln w="9525" cap="flat" cmpd="sng">
              <a:solidFill>
                <a:srgbClr val="CCCCCC"/>
              </a:solidFill>
              <a:prstDash val="solid"/>
              <a:round/>
              <a:headEnd type="none" w="sm" len="sm"/>
              <a:tailEnd type="stealth" w="med" len="med"/>
            </a:ln>
          </p:spPr>
        </p:cxnSp>
        <p:cxnSp>
          <p:nvCxnSpPr>
            <p:cNvPr id="178" name="Google Shape;178;p1"/>
            <p:cNvCxnSpPr>
              <a:stCxn id="170" idx="2"/>
              <a:endCxn id="169" idx="6"/>
            </p:cNvCxnSpPr>
            <p:nvPr/>
          </p:nvCxnSpPr>
          <p:spPr>
            <a:xfrm rot="10800000">
              <a:off x="10867164" y="6278162"/>
              <a:ext cx="170700" cy="153900"/>
            </a:xfrm>
            <a:prstGeom prst="straightConnector1">
              <a:avLst/>
            </a:prstGeom>
            <a:noFill/>
            <a:ln w="9525" cap="flat" cmpd="sng">
              <a:solidFill>
                <a:srgbClr val="B7B7B7"/>
              </a:solidFill>
              <a:prstDash val="solid"/>
              <a:round/>
              <a:headEnd type="none" w="sm" len="sm"/>
              <a:tailEnd type="stealth" w="med" len="med"/>
            </a:ln>
          </p:spPr>
        </p:cxnSp>
        <p:cxnSp>
          <p:nvCxnSpPr>
            <p:cNvPr id="179" name="Google Shape;179;p1"/>
            <p:cNvCxnSpPr>
              <a:stCxn id="176" idx="2"/>
              <a:endCxn id="167" idx="5"/>
            </p:cNvCxnSpPr>
            <p:nvPr/>
          </p:nvCxnSpPr>
          <p:spPr>
            <a:xfrm rot="10800000">
              <a:off x="10883737" y="6094319"/>
              <a:ext cx="342300" cy="6300"/>
            </a:xfrm>
            <a:prstGeom prst="straightConnector1">
              <a:avLst/>
            </a:prstGeom>
            <a:noFill/>
            <a:ln w="9525" cap="flat" cmpd="sng">
              <a:solidFill>
                <a:srgbClr val="CCCCCC"/>
              </a:solidFill>
              <a:prstDash val="solid"/>
              <a:round/>
              <a:headEnd type="none" w="sm" len="sm"/>
              <a:tailEnd type="stealth" w="med" len="med"/>
            </a:ln>
          </p:spPr>
        </p:cxnSp>
        <p:cxnSp>
          <p:nvCxnSpPr>
            <p:cNvPr id="180" name="Google Shape;180;p1"/>
            <p:cNvCxnSpPr>
              <a:stCxn id="166" idx="1"/>
              <a:endCxn id="168" idx="5"/>
            </p:cNvCxnSpPr>
            <p:nvPr/>
          </p:nvCxnSpPr>
          <p:spPr>
            <a:xfrm rot="10800000">
              <a:off x="11225509" y="5574529"/>
              <a:ext cx="287400" cy="46800"/>
            </a:xfrm>
            <a:prstGeom prst="straightConnector1">
              <a:avLst/>
            </a:prstGeom>
            <a:noFill/>
            <a:ln w="9525" cap="flat" cmpd="sng">
              <a:solidFill>
                <a:srgbClr val="CCCCCC"/>
              </a:solidFill>
              <a:prstDash val="solid"/>
              <a:round/>
              <a:headEnd type="none" w="sm" len="sm"/>
              <a:tailEnd type="stealth" w="med" len="med"/>
            </a:ln>
          </p:spPr>
        </p:cxnSp>
        <p:cxnSp>
          <p:nvCxnSpPr>
            <p:cNvPr id="181" name="Google Shape;181;p1"/>
            <p:cNvCxnSpPr>
              <a:stCxn id="182" idx="2"/>
              <a:endCxn id="176" idx="6"/>
            </p:cNvCxnSpPr>
            <p:nvPr/>
          </p:nvCxnSpPr>
          <p:spPr>
            <a:xfrm flipH="1">
              <a:off x="11418366" y="5897435"/>
              <a:ext cx="710100" cy="203100"/>
            </a:xfrm>
            <a:prstGeom prst="straightConnector1">
              <a:avLst/>
            </a:prstGeom>
            <a:noFill/>
            <a:ln w="9525" cap="flat" cmpd="sng">
              <a:solidFill>
                <a:srgbClr val="CCCCCC"/>
              </a:solidFill>
              <a:prstDash val="solid"/>
              <a:round/>
              <a:headEnd type="none" w="sm" len="sm"/>
              <a:tailEnd type="stealth" w="med" len="med"/>
            </a:ln>
          </p:spPr>
        </p:cxnSp>
        <p:cxnSp>
          <p:nvCxnSpPr>
            <p:cNvPr id="183" name="Google Shape;183;p1"/>
            <p:cNvCxnSpPr>
              <a:stCxn id="182" idx="2"/>
              <a:endCxn id="167" idx="6"/>
            </p:cNvCxnSpPr>
            <p:nvPr/>
          </p:nvCxnSpPr>
          <p:spPr>
            <a:xfrm flipH="1">
              <a:off x="10911666" y="5897435"/>
              <a:ext cx="1216800" cy="126900"/>
            </a:xfrm>
            <a:prstGeom prst="straightConnector1">
              <a:avLst/>
            </a:prstGeom>
            <a:noFill/>
            <a:ln w="9525" cap="flat" cmpd="sng">
              <a:solidFill>
                <a:srgbClr val="CCCCCC"/>
              </a:solidFill>
              <a:prstDash val="solid"/>
              <a:round/>
              <a:headEnd type="none" w="sm" len="sm"/>
              <a:tailEnd type="stealth" w="med" len="med"/>
            </a:ln>
          </p:spPr>
        </p:cxnSp>
        <p:sp>
          <p:nvSpPr>
            <p:cNvPr id="176" name="Google Shape;176;p1"/>
            <p:cNvSpPr/>
            <p:nvPr/>
          </p:nvSpPr>
          <p:spPr>
            <a:xfrm>
              <a:off x="11226037" y="6001619"/>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cxnSp>
          <p:nvCxnSpPr>
            <p:cNvPr id="184" name="Google Shape;184;p1"/>
            <p:cNvCxnSpPr>
              <a:stCxn id="157" idx="2"/>
              <a:endCxn id="170" idx="7"/>
            </p:cNvCxnSpPr>
            <p:nvPr/>
          </p:nvCxnSpPr>
          <p:spPr>
            <a:xfrm flipH="1">
              <a:off x="11202143" y="5649161"/>
              <a:ext cx="1035600" cy="712800"/>
            </a:xfrm>
            <a:prstGeom prst="straightConnector1">
              <a:avLst/>
            </a:prstGeom>
            <a:noFill/>
            <a:ln w="9525" cap="flat" cmpd="sng">
              <a:solidFill>
                <a:srgbClr val="CCCCCC"/>
              </a:solidFill>
              <a:prstDash val="solid"/>
              <a:round/>
              <a:headEnd type="none" w="sm" len="sm"/>
              <a:tailEnd type="stealth" w="med" len="med"/>
            </a:ln>
          </p:spPr>
        </p:cxnSp>
        <p:cxnSp>
          <p:nvCxnSpPr>
            <p:cNvPr id="185" name="Google Shape;185;p1"/>
            <p:cNvCxnSpPr>
              <a:stCxn id="157" idx="5"/>
              <a:endCxn id="163" idx="1"/>
            </p:cNvCxnSpPr>
            <p:nvPr/>
          </p:nvCxnSpPr>
          <p:spPr>
            <a:xfrm>
              <a:off x="12401881" y="5719165"/>
              <a:ext cx="907200" cy="894600"/>
            </a:xfrm>
            <a:prstGeom prst="straightConnector1">
              <a:avLst/>
            </a:prstGeom>
            <a:noFill/>
            <a:ln w="17925" cap="flat" cmpd="sng">
              <a:solidFill>
                <a:srgbClr val="D9D9D9"/>
              </a:solidFill>
              <a:prstDash val="solid"/>
              <a:round/>
              <a:headEnd type="none" w="sm" len="sm"/>
              <a:tailEnd type="stealth" w="med" len="med"/>
            </a:ln>
          </p:spPr>
        </p:cxnSp>
        <p:sp>
          <p:nvSpPr>
            <p:cNvPr id="174" name="Google Shape;174;p1"/>
            <p:cNvSpPr/>
            <p:nvPr/>
          </p:nvSpPr>
          <p:spPr>
            <a:xfrm>
              <a:off x="10921235" y="566202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cxnSp>
          <p:nvCxnSpPr>
            <p:cNvPr id="186" name="Google Shape;186;p1"/>
            <p:cNvCxnSpPr>
              <a:stCxn id="182" idx="2"/>
              <a:endCxn id="170" idx="6"/>
            </p:cNvCxnSpPr>
            <p:nvPr/>
          </p:nvCxnSpPr>
          <p:spPr>
            <a:xfrm flipH="1">
              <a:off x="11230266" y="5897435"/>
              <a:ext cx="898200" cy="534600"/>
            </a:xfrm>
            <a:prstGeom prst="straightConnector1">
              <a:avLst/>
            </a:prstGeom>
            <a:noFill/>
            <a:ln w="9525" cap="flat" cmpd="sng">
              <a:solidFill>
                <a:srgbClr val="CCCCCC"/>
              </a:solidFill>
              <a:prstDash val="solid"/>
              <a:round/>
              <a:headEnd type="none" w="sm" len="sm"/>
              <a:tailEnd type="stealth" w="med" len="med"/>
            </a:ln>
          </p:spPr>
        </p:cxnSp>
        <p:cxnSp>
          <p:nvCxnSpPr>
            <p:cNvPr id="187" name="Google Shape;187;p1"/>
            <p:cNvCxnSpPr>
              <a:stCxn id="188" idx="6"/>
              <a:endCxn id="162" idx="2"/>
            </p:cNvCxnSpPr>
            <p:nvPr/>
          </p:nvCxnSpPr>
          <p:spPr>
            <a:xfrm rot="10800000" flipH="1">
              <a:off x="12553633" y="5743151"/>
              <a:ext cx="437100" cy="199800"/>
            </a:xfrm>
            <a:prstGeom prst="straightConnector1">
              <a:avLst/>
            </a:prstGeom>
            <a:noFill/>
            <a:ln w="9525" cap="flat" cmpd="sng">
              <a:solidFill>
                <a:schemeClr val="dk2"/>
              </a:solidFill>
              <a:prstDash val="solid"/>
              <a:round/>
              <a:headEnd type="none" w="sm" len="sm"/>
              <a:tailEnd type="stealth" w="med" len="med"/>
            </a:ln>
          </p:spPr>
        </p:cxnSp>
        <p:cxnSp>
          <p:nvCxnSpPr>
            <p:cNvPr id="189" name="Google Shape;189;p1"/>
            <p:cNvCxnSpPr>
              <a:stCxn id="162" idx="7"/>
              <a:endCxn id="160" idx="2"/>
            </p:cNvCxnSpPr>
            <p:nvPr/>
          </p:nvCxnSpPr>
          <p:spPr>
            <a:xfrm rot="10800000" flipH="1">
              <a:off x="13154736" y="5621063"/>
              <a:ext cx="162600" cy="52200"/>
            </a:xfrm>
            <a:prstGeom prst="straightConnector1">
              <a:avLst/>
            </a:prstGeom>
            <a:noFill/>
            <a:ln w="9525" cap="flat" cmpd="sng">
              <a:solidFill>
                <a:srgbClr val="E4E4E3"/>
              </a:solidFill>
              <a:prstDash val="solid"/>
              <a:round/>
              <a:headEnd type="none" w="sm" len="sm"/>
              <a:tailEnd type="stealth" w="med" len="med"/>
            </a:ln>
          </p:spPr>
        </p:cxnSp>
        <p:cxnSp>
          <p:nvCxnSpPr>
            <p:cNvPr id="190" name="Google Shape;190;p1"/>
            <p:cNvCxnSpPr>
              <a:stCxn id="160" idx="6"/>
              <a:endCxn id="161" idx="2"/>
            </p:cNvCxnSpPr>
            <p:nvPr/>
          </p:nvCxnSpPr>
          <p:spPr>
            <a:xfrm rot="10800000" flipH="1">
              <a:off x="13509582" y="5405984"/>
              <a:ext cx="189900" cy="215100"/>
            </a:xfrm>
            <a:prstGeom prst="straightConnector1">
              <a:avLst/>
            </a:prstGeom>
            <a:noFill/>
            <a:ln w="9525" cap="flat" cmpd="sng">
              <a:solidFill>
                <a:srgbClr val="E4E4E3"/>
              </a:solidFill>
              <a:prstDash val="solid"/>
              <a:round/>
              <a:headEnd type="none" w="sm" len="sm"/>
              <a:tailEnd type="stealth" w="med" len="med"/>
            </a:ln>
          </p:spPr>
        </p:cxnSp>
        <p:cxnSp>
          <p:nvCxnSpPr>
            <p:cNvPr id="191" name="Google Shape;191;p1"/>
            <p:cNvCxnSpPr>
              <a:stCxn id="157" idx="6"/>
              <a:endCxn id="158" idx="2"/>
            </p:cNvCxnSpPr>
            <p:nvPr/>
          </p:nvCxnSpPr>
          <p:spPr>
            <a:xfrm rot="10800000" flipH="1">
              <a:off x="12430043" y="5497061"/>
              <a:ext cx="560700" cy="152100"/>
            </a:xfrm>
            <a:prstGeom prst="straightConnector1">
              <a:avLst/>
            </a:prstGeom>
            <a:noFill/>
            <a:ln w="9525" cap="flat" cmpd="sng">
              <a:solidFill>
                <a:srgbClr val="E4E4E3"/>
              </a:solidFill>
              <a:prstDash val="solid"/>
              <a:round/>
              <a:headEnd type="none" w="sm" len="sm"/>
              <a:tailEnd type="stealth" w="med" len="med"/>
            </a:ln>
          </p:spPr>
        </p:cxnSp>
        <p:sp>
          <p:nvSpPr>
            <p:cNvPr id="188" name="Google Shape;188;p1"/>
            <p:cNvSpPr/>
            <p:nvPr/>
          </p:nvSpPr>
          <p:spPr>
            <a:xfrm>
              <a:off x="12361333" y="5843951"/>
              <a:ext cx="192300" cy="198000"/>
            </a:xfrm>
            <a:prstGeom prst="ellipse">
              <a:avLst/>
            </a:prstGeom>
            <a:solidFill>
              <a:srgbClr val="262626"/>
            </a:solidFill>
            <a:ln w="9525" cap="flat" cmpd="sng">
              <a:solidFill>
                <a:schemeClr val="dk2"/>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cxnSp>
          <p:nvCxnSpPr>
            <p:cNvPr id="192" name="Google Shape;192;p1"/>
            <p:cNvCxnSpPr>
              <a:stCxn id="158" idx="7"/>
              <a:endCxn id="159" idx="2"/>
            </p:cNvCxnSpPr>
            <p:nvPr/>
          </p:nvCxnSpPr>
          <p:spPr>
            <a:xfrm rot="10800000" flipH="1">
              <a:off x="13154747" y="5328685"/>
              <a:ext cx="174300" cy="98400"/>
            </a:xfrm>
            <a:prstGeom prst="straightConnector1">
              <a:avLst/>
            </a:prstGeom>
            <a:noFill/>
            <a:ln w="9525" cap="flat" cmpd="sng">
              <a:solidFill>
                <a:srgbClr val="E4E4E3"/>
              </a:solidFill>
              <a:prstDash val="solid"/>
              <a:round/>
              <a:headEnd type="none" w="sm" len="sm"/>
              <a:tailEnd type="stealth" w="med" len="med"/>
            </a:ln>
          </p:spPr>
        </p:cxnSp>
        <p:sp>
          <p:nvSpPr>
            <p:cNvPr id="182" name="Google Shape;182;p1"/>
            <p:cNvSpPr/>
            <p:nvPr/>
          </p:nvSpPr>
          <p:spPr>
            <a:xfrm>
              <a:off x="12128466" y="5798435"/>
              <a:ext cx="192300" cy="198000"/>
            </a:xfrm>
            <a:prstGeom prst="ellipse">
              <a:avLst/>
            </a:prstGeom>
            <a:solidFill>
              <a:srgbClr val="E4E4E3"/>
            </a:solidFill>
            <a:ln w="9525" cap="flat" cmpd="sng">
              <a:solidFill>
                <a:schemeClr val="lt1"/>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cxnSp>
          <p:nvCxnSpPr>
            <p:cNvPr id="193" name="Google Shape;193;p1"/>
            <p:cNvCxnSpPr>
              <a:stCxn id="171" idx="6"/>
              <a:endCxn id="163" idx="2"/>
            </p:cNvCxnSpPr>
            <p:nvPr/>
          </p:nvCxnSpPr>
          <p:spPr>
            <a:xfrm>
              <a:off x="12002606" y="6583990"/>
              <a:ext cx="1258500" cy="148800"/>
            </a:xfrm>
            <a:prstGeom prst="straightConnector1">
              <a:avLst/>
            </a:prstGeom>
            <a:noFill/>
            <a:ln w="35850" cap="flat" cmpd="sng">
              <a:solidFill>
                <a:srgbClr val="E4E4E3"/>
              </a:solidFill>
              <a:prstDash val="solid"/>
              <a:round/>
              <a:headEnd type="stealth" w="med" len="med"/>
              <a:tailEnd type="none" w="sm" len="sm"/>
            </a:ln>
          </p:spPr>
        </p:cxnSp>
        <p:cxnSp>
          <p:nvCxnSpPr>
            <p:cNvPr id="194" name="Google Shape;194;p1"/>
            <p:cNvCxnSpPr>
              <a:stCxn id="164" idx="1"/>
              <a:endCxn id="166" idx="5"/>
            </p:cNvCxnSpPr>
            <p:nvPr/>
          </p:nvCxnSpPr>
          <p:spPr>
            <a:xfrm rot="10800000">
              <a:off x="11729045" y="5839432"/>
              <a:ext cx="1188600" cy="962700"/>
            </a:xfrm>
            <a:prstGeom prst="straightConnector1">
              <a:avLst/>
            </a:prstGeom>
            <a:noFill/>
            <a:ln w="9525" cap="flat" cmpd="sng">
              <a:solidFill>
                <a:srgbClr val="CCCCCC"/>
              </a:solidFill>
              <a:prstDash val="solid"/>
              <a:round/>
              <a:headEnd type="none" w="sm" len="sm"/>
              <a:tailEnd type="stealth" w="med" len="med"/>
            </a:ln>
          </p:spPr>
        </p:cxnSp>
        <p:cxnSp>
          <p:nvCxnSpPr>
            <p:cNvPr id="195" name="Google Shape;195;p1"/>
            <p:cNvCxnSpPr>
              <a:stCxn id="182" idx="3"/>
              <a:endCxn id="171" idx="7"/>
            </p:cNvCxnSpPr>
            <p:nvPr/>
          </p:nvCxnSpPr>
          <p:spPr>
            <a:xfrm flipH="1">
              <a:off x="11921428" y="5967439"/>
              <a:ext cx="235200" cy="415800"/>
            </a:xfrm>
            <a:prstGeom prst="straightConnector1">
              <a:avLst/>
            </a:prstGeom>
            <a:noFill/>
            <a:ln w="35850" cap="flat" cmpd="sng">
              <a:solidFill>
                <a:srgbClr val="E4E4E3"/>
              </a:solidFill>
              <a:prstDash val="solid"/>
              <a:round/>
              <a:headEnd type="none" w="sm" len="sm"/>
              <a:tailEnd type="stealth" w="med" len="med"/>
            </a:ln>
          </p:spPr>
        </p:cxnSp>
        <p:cxnSp>
          <p:nvCxnSpPr>
            <p:cNvPr id="196" name="Google Shape;196;p1"/>
            <p:cNvCxnSpPr>
              <a:stCxn id="188" idx="5"/>
              <a:endCxn id="164" idx="1"/>
            </p:cNvCxnSpPr>
            <p:nvPr/>
          </p:nvCxnSpPr>
          <p:spPr>
            <a:xfrm>
              <a:off x="12525471" y="6012955"/>
              <a:ext cx="392100" cy="789300"/>
            </a:xfrm>
            <a:prstGeom prst="straightConnector1">
              <a:avLst/>
            </a:prstGeom>
            <a:noFill/>
            <a:ln w="9525" cap="flat" cmpd="sng">
              <a:solidFill>
                <a:schemeClr val="dk2"/>
              </a:solidFill>
              <a:prstDash val="solid"/>
              <a:round/>
              <a:headEnd type="none" w="sm" len="sm"/>
              <a:tailEnd type="stealth" w="med" len="med"/>
            </a:ln>
          </p:spPr>
        </p:cxnSp>
        <p:cxnSp>
          <p:nvCxnSpPr>
            <p:cNvPr id="197" name="Google Shape;197;p1"/>
            <p:cNvCxnSpPr>
              <a:stCxn id="157" idx="6"/>
              <a:endCxn id="162" idx="2"/>
            </p:cNvCxnSpPr>
            <p:nvPr/>
          </p:nvCxnSpPr>
          <p:spPr>
            <a:xfrm>
              <a:off x="12430043" y="5649161"/>
              <a:ext cx="560700" cy="94200"/>
            </a:xfrm>
            <a:prstGeom prst="straightConnector1">
              <a:avLst/>
            </a:prstGeom>
            <a:noFill/>
            <a:ln w="9525" cap="flat" cmpd="sng">
              <a:solidFill>
                <a:srgbClr val="E4E4E3"/>
              </a:solidFill>
              <a:prstDash val="solid"/>
              <a:round/>
              <a:headEnd type="none" w="sm" len="sm"/>
              <a:tailEnd type="stealth" w="med" len="med"/>
            </a:ln>
          </p:spPr>
        </p:cxnSp>
        <p:cxnSp>
          <p:nvCxnSpPr>
            <p:cNvPr id="198" name="Google Shape;198;p1"/>
            <p:cNvCxnSpPr>
              <a:stCxn id="188" idx="6"/>
              <a:endCxn id="165" idx="2"/>
            </p:cNvCxnSpPr>
            <p:nvPr/>
          </p:nvCxnSpPr>
          <p:spPr>
            <a:xfrm>
              <a:off x="12553633" y="5942951"/>
              <a:ext cx="770400" cy="255300"/>
            </a:xfrm>
            <a:prstGeom prst="straightConnector1">
              <a:avLst/>
            </a:prstGeom>
            <a:noFill/>
            <a:ln w="9525" cap="flat" cmpd="sng">
              <a:solidFill>
                <a:schemeClr val="dk2"/>
              </a:solidFill>
              <a:prstDash val="solid"/>
              <a:round/>
              <a:headEnd type="none" w="sm" len="sm"/>
              <a:tailEnd type="stealth" w="med" len="med"/>
            </a:ln>
          </p:spPr>
        </p:cxnSp>
        <p:cxnSp>
          <p:nvCxnSpPr>
            <p:cNvPr id="199" name="Google Shape;199;p1"/>
            <p:cNvCxnSpPr>
              <a:stCxn id="188" idx="3"/>
              <a:endCxn id="171" idx="7"/>
            </p:cNvCxnSpPr>
            <p:nvPr/>
          </p:nvCxnSpPr>
          <p:spPr>
            <a:xfrm flipH="1">
              <a:off x="11921495" y="6012955"/>
              <a:ext cx="468000" cy="370200"/>
            </a:xfrm>
            <a:prstGeom prst="straightConnector1">
              <a:avLst/>
            </a:prstGeom>
            <a:noFill/>
            <a:ln w="9525" cap="flat" cmpd="sng">
              <a:solidFill>
                <a:schemeClr val="dk2"/>
              </a:solidFill>
              <a:prstDash val="solid"/>
              <a:round/>
              <a:headEnd type="none" w="sm" len="sm"/>
              <a:tailEnd type="stealth" w="med" len="med"/>
            </a:ln>
          </p:spPr>
        </p:cxnSp>
        <p:cxnSp>
          <p:nvCxnSpPr>
            <p:cNvPr id="200" name="Google Shape;200;p1"/>
            <p:cNvCxnSpPr>
              <a:stCxn id="188" idx="6"/>
              <a:endCxn id="163" idx="1"/>
            </p:cNvCxnSpPr>
            <p:nvPr/>
          </p:nvCxnSpPr>
          <p:spPr>
            <a:xfrm>
              <a:off x="12553633" y="5942951"/>
              <a:ext cx="755400" cy="670800"/>
            </a:xfrm>
            <a:prstGeom prst="straightConnector1">
              <a:avLst/>
            </a:prstGeom>
            <a:noFill/>
            <a:ln w="17925" cap="flat" cmpd="sng">
              <a:solidFill>
                <a:schemeClr val="dk2"/>
              </a:solidFill>
              <a:prstDash val="solid"/>
              <a:round/>
              <a:headEnd type="none" w="sm" len="sm"/>
              <a:tailEnd type="stealth" w="med" len="med"/>
            </a:ln>
          </p:spPr>
        </p:cxnSp>
        <p:sp>
          <p:nvSpPr>
            <p:cNvPr id="201" name="Google Shape;201;p1"/>
            <p:cNvSpPr/>
            <p:nvPr/>
          </p:nvSpPr>
          <p:spPr>
            <a:xfrm>
              <a:off x="11798138" y="4777763"/>
              <a:ext cx="907200" cy="8034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dirty="0">
                  <a:solidFill>
                    <a:srgbClr val="000000"/>
                  </a:solidFill>
                  <a:latin typeface="Source Sans Pro" panose="020B0503030403020204" pitchFamily="34" charset="0"/>
                  <a:ea typeface="Source Sans Pro" panose="020B0503030403020204" pitchFamily="34" charset="0"/>
                  <a:sym typeface="Helvetica Neue"/>
                </a:rPr>
                <a:t>Subgraph </a:t>
              </a:r>
              <a:endParaRPr sz="1000" b="0" i="0" u="none" strike="noStrike" cap="none" dirty="0">
                <a:solidFill>
                  <a:srgbClr val="000000"/>
                </a:solidFill>
                <a:latin typeface="Source Sans Pro" panose="020B0503030403020204" pitchFamily="34" charset="0"/>
                <a:ea typeface="Source Sans Pro" panose="020B0503030403020204" pitchFamily="34" charset="0"/>
                <a:sym typeface="Helvetica Neue"/>
              </a:endParaRPr>
            </a:p>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dirty="0">
                  <a:solidFill>
                    <a:srgbClr val="000000"/>
                  </a:solidFill>
                  <a:latin typeface="Source Sans Pro" panose="020B0503030403020204" pitchFamily="34" charset="0"/>
                  <a:ea typeface="Source Sans Pro" panose="020B0503030403020204" pitchFamily="34" charset="0"/>
                  <a:sym typeface="Helvetica Neue"/>
                </a:rPr>
                <a:t>………….</a:t>
              </a:r>
              <a:endParaRPr sz="1000" b="0" i="0" u="none" strike="noStrike" cap="none" dirty="0">
                <a:solidFill>
                  <a:srgbClr val="000000"/>
                </a:solidFill>
                <a:latin typeface="Source Sans Pro" panose="020B0503030403020204" pitchFamily="34" charset="0"/>
                <a:ea typeface="Source Sans Pro" panose="020B0503030403020204" pitchFamily="34" charset="0"/>
                <a:sym typeface="Helvetica Neue"/>
              </a:endParaRPr>
            </a:p>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dirty="0">
                  <a:solidFill>
                    <a:srgbClr val="000000"/>
                  </a:solidFill>
                  <a:latin typeface="Source Sans Pro" panose="020B0503030403020204" pitchFamily="34" charset="0"/>
                  <a:ea typeface="Source Sans Pro" panose="020B0503030403020204" pitchFamily="34" charset="0"/>
                  <a:sym typeface="Helvetica Neue"/>
                </a:rPr>
                <a:t>………….</a:t>
              </a:r>
              <a:endParaRPr sz="1000" b="0" i="0" u="none" strike="noStrike" cap="none" dirty="0">
                <a:solidFill>
                  <a:srgbClr val="000000"/>
                </a:solidFill>
                <a:latin typeface="Source Sans Pro" panose="020B0503030403020204" pitchFamily="34" charset="0"/>
                <a:ea typeface="Source Sans Pro" panose="020B0503030403020204" pitchFamily="34" charset="0"/>
                <a:sym typeface="Helvetica Neue"/>
              </a:endParaRPr>
            </a:p>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dirty="0">
                  <a:solidFill>
                    <a:srgbClr val="000000"/>
                  </a:solidFill>
                  <a:latin typeface="Source Sans Pro" panose="020B0503030403020204" pitchFamily="34" charset="0"/>
                  <a:ea typeface="Source Sans Pro" panose="020B0503030403020204" pitchFamily="34" charset="0"/>
                  <a:sym typeface="Helvetica Neue"/>
                </a:rPr>
                <a:t>…………</a:t>
              </a:r>
              <a:endParaRPr sz="1000" b="0" i="0" u="none" strike="noStrike" cap="none" dirty="0">
                <a:solidFill>
                  <a:srgbClr val="000000"/>
                </a:solidFill>
                <a:latin typeface="Source Sans Pro" panose="020B0503030403020204" pitchFamily="34" charset="0"/>
                <a:ea typeface="Source Sans Pro" panose="020B0503030403020204" pitchFamily="34" charset="0"/>
                <a:sym typeface="Helvetica Neue"/>
              </a:endParaRPr>
            </a:p>
          </p:txBody>
        </p:sp>
      </p:grpSp>
      <p:sp>
        <p:nvSpPr>
          <p:cNvPr id="202" name="Google Shape;202;p1"/>
          <p:cNvSpPr txBox="1"/>
          <p:nvPr/>
        </p:nvSpPr>
        <p:spPr>
          <a:xfrm>
            <a:off x="5007846" y="8478928"/>
            <a:ext cx="4416055" cy="654000"/>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rgbClr val="444746"/>
              </a:buClr>
              <a:buSzPts val="1000"/>
              <a:buFont typeface="Arial"/>
              <a:buNone/>
            </a:pPr>
            <a:r>
              <a:rPr lang="en-US" sz="1200" b="0" i="0" u="none" strike="noStrike" cap="none" dirty="0">
                <a:solidFill>
                  <a:srgbClr val="4C4C4C"/>
                </a:solidFill>
                <a:latin typeface="Source Sans Pro" panose="020B0503030403020204" pitchFamily="34" charset="0"/>
                <a:ea typeface="Source Sans Pro" panose="020B0503030403020204" pitchFamily="34" charset="0"/>
                <a:sym typeface="Helvetica Neue"/>
              </a:rPr>
              <a:t>Developers may also search for specific nodes and set filters to refine the data shown on the Network Graph.</a:t>
            </a:r>
            <a:endParaRPr sz="1200" b="0" i="0" u="none" strike="noStrike" cap="none" dirty="0">
              <a:solidFill>
                <a:srgbClr val="4C4C4C"/>
              </a:solidFill>
              <a:latin typeface="Source Sans Pro" panose="020B0503030403020204" pitchFamily="34" charset="0"/>
              <a:ea typeface="Source Sans Pro" panose="020B0503030403020204" pitchFamily="34" charset="0"/>
              <a:sym typeface="Helvetica Neue"/>
            </a:endParaRPr>
          </a:p>
        </p:txBody>
      </p:sp>
      <p:grpSp>
        <p:nvGrpSpPr>
          <p:cNvPr id="203" name="Google Shape;203;p1"/>
          <p:cNvGrpSpPr/>
          <p:nvPr/>
        </p:nvGrpSpPr>
        <p:grpSpPr>
          <a:xfrm>
            <a:off x="5351284" y="9150057"/>
            <a:ext cx="3460860" cy="369300"/>
            <a:chOff x="10383650" y="7206805"/>
            <a:chExt cx="3460860" cy="369300"/>
          </a:xfrm>
        </p:grpSpPr>
        <p:sp>
          <p:nvSpPr>
            <p:cNvPr id="204" name="Google Shape;204;p1"/>
            <p:cNvSpPr/>
            <p:nvPr/>
          </p:nvSpPr>
          <p:spPr>
            <a:xfrm>
              <a:off x="10383650" y="7272936"/>
              <a:ext cx="1907700" cy="276300"/>
            </a:xfrm>
            <a:prstGeom prst="rect">
              <a:avLst/>
            </a:prstGeom>
            <a:solidFill>
              <a:srgbClr val="F3F3F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0" i="1" u="none" strike="noStrike" cap="none" dirty="0">
                  <a:solidFill>
                    <a:srgbClr val="666666"/>
                  </a:solidFill>
                  <a:latin typeface="Source Sans Pro" panose="020B0503030403020204" pitchFamily="34" charset="0"/>
                  <a:ea typeface="Source Sans Pro" panose="020B0503030403020204" pitchFamily="34" charset="0"/>
                  <a:sym typeface="Helvetica Neue"/>
                </a:rPr>
                <a:t>Enter node label</a:t>
              </a:r>
              <a:endParaRPr sz="1200" b="0" i="1" u="none" strike="noStrike" cap="none" dirty="0">
                <a:solidFill>
                  <a:srgbClr val="666666"/>
                </a:solidFill>
                <a:latin typeface="Source Sans Pro" panose="020B0503030403020204" pitchFamily="34" charset="0"/>
                <a:ea typeface="Source Sans Pro" panose="020B0503030403020204" pitchFamily="34" charset="0"/>
                <a:sym typeface="Helvetica Neue"/>
              </a:endParaRPr>
            </a:p>
          </p:txBody>
        </p:sp>
        <p:sp>
          <p:nvSpPr>
            <p:cNvPr id="205" name="Google Shape;205;p1"/>
            <p:cNvSpPr/>
            <p:nvPr/>
          </p:nvSpPr>
          <p:spPr>
            <a:xfrm>
              <a:off x="12291238" y="7272936"/>
              <a:ext cx="752100" cy="276300"/>
            </a:xfrm>
            <a:prstGeom prst="rect">
              <a:avLst/>
            </a:prstGeom>
            <a:solidFill>
              <a:srgbClr val="F3F3F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dirty="0">
                  <a:solidFill>
                    <a:srgbClr val="000000"/>
                  </a:solidFill>
                  <a:latin typeface="Source Sans Pro" panose="020B0503030403020204" pitchFamily="34" charset="0"/>
                  <a:ea typeface="Source Sans Pro" panose="020B0503030403020204" pitchFamily="34" charset="0"/>
                  <a:sym typeface="Helvetica Neue"/>
                </a:rPr>
                <a:t>Search</a:t>
              </a:r>
              <a:endParaRPr sz="1200" b="0" i="0" u="none" strike="noStrike" cap="none" dirty="0">
                <a:solidFill>
                  <a:srgbClr val="000000"/>
                </a:solidFill>
                <a:latin typeface="Source Sans Pro" panose="020B0503030403020204" pitchFamily="34" charset="0"/>
                <a:ea typeface="Source Sans Pro" panose="020B0503030403020204" pitchFamily="34" charset="0"/>
                <a:sym typeface="Helvetica Neue"/>
              </a:endParaRPr>
            </a:p>
          </p:txBody>
        </p:sp>
        <p:sp>
          <p:nvSpPr>
            <p:cNvPr id="206" name="Google Shape;206;p1"/>
            <p:cNvSpPr/>
            <p:nvPr/>
          </p:nvSpPr>
          <p:spPr>
            <a:xfrm>
              <a:off x="13043338" y="7272936"/>
              <a:ext cx="752100" cy="276300"/>
            </a:xfrm>
            <a:prstGeom prst="rect">
              <a:avLst/>
            </a:prstGeom>
            <a:solidFill>
              <a:srgbClr val="F3F3F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solidFill>
                    <a:srgbClr val="000000"/>
                  </a:solidFill>
                  <a:latin typeface="Source Sans Pro" panose="020B0503030403020204" pitchFamily="34" charset="0"/>
                  <a:ea typeface="Source Sans Pro" panose="020B0503030403020204" pitchFamily="34" charset="0"/>
                  <a:sym typeface="Helvetica Neue"/>
                </a:rPr>
                <a:t>Filters </a:t>
              </a:r>
              <a:endParaRPr sz="1200" b="0" i="0" u="none" strike="noStrike" cap="none" dirty="0">
                <a:solidFill>
                  <a:srgbClr val="000000"/>
                </a:solidFill>
                <a:latin typeface="Source Sans Pro" panose="020B0503030403020204" pitchFamily="34" charset="0"/>
                <a:ea typeface="Source Sans Pro" panose="020B0503030403020204" pitchFamily="34" charset="0"/>
                <a:sym typeface="Helvetica Neue"/>
              </a:endParaRPr>
            </a:p>
          </p:txBody>
        </p:sp>
        <p:sp>
          <p:nvSpPr>
            <p:cNvPr id="207" name="Google Shape;207;p1"/>
            <p:cNvSpPr txBox="1"/>
            <p:nvPr/>
          </p:nvSpPr>
          <p:spPr>
            <a:xfrm>
              <a:off x="13528910" y="7206805"/>
              <a:ext cx="315600" cy="369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solidFill>
                    <a:srgbClr val="434343"/>
                  </a:solidFill>
                  <a:latin typeface="Source Sans Pro" panose="020B0503030403020204" pitchFamily="34" charset="0"/>
                  <a:ea typeface="Source Sans Pro" panose="020B0503030403020204" pitchFamily="34" charset="0"/>
                  <a:sym typeface="Arial"/>
                </a:rPr>
                <a:t>⌄</a:t>
              </a:r>
              <a:endParaRPr sz="1200" b="0" i="0" u="none" strike="noStrike" cap="none">
                <a:solidFill>
                  <a:srgbClr val="434343"/>
                </a:solidFill>
                <a:latin typeface="Source Sans Pro" panose="020B0503030403020204" pitchFamily="34" charset="0"/>
                <a:ea typeface="Source Sans Pro" panose="020B0503030403020204" pitchFamily="34" charset="0"/>
                <a:sym typeface="Arial"/>
              </a:endParaRPr>
            </a:p>
          </p:txBody>
        </p:sp>
      </p:grpSp>
      <p:sp>
        <p:nvSpPr>
          <p:cNvPr id="209" name="Google Shape;209;p1"/>
          <p:cNvSpPr/>
          <p:nvPr/>
        </p:nvSpPr>
        <p:spPr>
          <a:xfrm>
            <a:off x="9882817" y="6342109"/>
            <a:ext cx="3810000" cy="3432656"/>
          </a:xfrm>
          <a:prstGeom prst="rect">
            <a:avLst/>
          </a:prstGeom>
          <a:solidFill>
            <a:srgbClr val="E5EEFF"/>
          </a:solidFill>
          <a:ln w="9525" cap="flat" cmpd="sng">
            <a:solidFill>
              <a:schemeClr val="dk2"/>
            </a:solidFill>
            <a:prstDash val="solid"/>
            <a:round/>
            <a:headEnd type="none" w="sm" len="sm"/>
            <a:tailEnd type="none" w="sm" len="sm"/>
          </a:ln>
        </p:spPr>
        <p:txBody>
          <a:bodyPr spcFirstLastPara="1" wrap="square" lIns="91425" tIns="91425" rIns="91425" bIns="91425" anchor="t" anchorCtr="0">
            <a:noAutofit/>
          </a:bodyPr>
          <a:lstStyle/>
          <a:p>
            <a:pPr lvl="0" algn="ctr">
              <a:buSzPts val="1800"/>
            </a:pPr>
            <a:r>
              <a:rPr lang="en-US" sz="1800" b="0" i="0" u="none" strike="noStrike" cap="none" dirty="0">
                <a:solidFill>
                  <a:srgbClr val="6D9EEB"/>
                </a:solidFill>
                <a:latin typeface="Source Sans Pro" panose="020B0503030403020204" pitchFamily="34" charset="0"/>
                <a:ea typeface="Source Sans Pro" panose="020B0503030403020204" pitchFamily="34" charset="0"/>
                <a:sym typeface="Helvetica Neue"/>
              </a:rPr>
              <a:t>Real Time </a:t>
            </a:r>
            <a:r>
              <a:rPr lang="en-US" sz="1800" dirty="0" err="1">
                <a:solidFill>
                  <a:srgbClr val="6D9EEB"/>
                </a:solidFill>
                <a:latin typeface="Source Sans Pro" panose="020B0503030403020204" pitchFamily="34" charset="0"/>
                <a:ea typeface="Source Sans Pro" panose="020B0503030403020204" pitchFamily="34" charset="0"/>
                <a:sym typeface="Helvetica Neue"/>
              </a:rPr>
              <a:t>Kaiāulu</a:t>
            </a:r>
            <a:r>
              <a:rPr lang="en-US" sz="1800" b="0" i="0" u="none" strike="noStrike" cap="none" dirty="0">
                <a:solidFill>
                  <a:srgbClr val="6D9EEB"/>
                </a:solidFill>
                <a:latin typeface="Source Sans Pro" panose="020B0503030403020204" pitchFamily="34" charset="0"/>
                <a:ea typeface="Source Sans Pro" panose="020B0503030403020204" pitchFamily="34" charset="0"/>
                <a:sym typeface="Helvetica Neue"/>
              </a:rPr>
              <a:t> React</a:t>
            </a:r>
            <a:endParaRPr sz="1800" b="0" i="1" u="none" strike="noStrike" cap="none" dirty="0">
              <a:solidFill>
                <a:srgbClr val="6D9EEB"/>
              </a:solidFill>
              <a:latin typeface="Source Sans Pro" panose="020B0503030403020204" pitchFamily="34" charset="0"/>
              <a:ea typeface="Source Sans Pro" panose="020B0503030403020204" pitchFamily="34" charset="0"/>
              <a:sym typeface="Helvetica Neue"/>
            </a:endParaRPr>
          </a:p>
        </p:txBody>
      </p:sp>
      <p:cxnSp>
        <p:nvCxnSpPr>
          <p:cNvPr id="7" name="Google Shape;139;p1">
            <a:extLst>
              <a:ext uri="{FF2B5EF4-FFF2-40B4-BE49-F238E27FC236}">
                <a16:creationId xmlns:a16="http://schemas.microsoft.com/office/drawing/2014/main" id="{889BD446-BE82-5130-263F-D3D5545EE31B}"/>
              </a:ext>
            </a:extLst>
          </p:cNvPr>
          <p:cNvCxnSpPr>
            <a:cxnSpLocks/>
            <a:stCxn id="130" idx="3"/>
          </p:cNvCxnSpPr>
          <p:nvPr/>
        </p:nvCxnSpPr>
        <p:spPr>
          <a:xfrm flipH="1">
            <a:off x="10710041" y="3057953"/>
            <a:ext cx="108971" cy="130497"/>
          </a:xfrm>
          <a:prstGeom prst="straightConnector1">
            <a:avLst/>
          </a:prstGeom>
          <a:noFill/>
          <a:ln w="9525" cap="flat" cmpd="sng">
            <a:solidFill>
              <a:schemeClr val="accent5"/>
            </a:solidFill>
            <a:prstDash val="solid"/>
            <a:round/>
            <a:headEnd type="none" w="sm" len="sm"/>
            <a:tailEnd type="stealth" w="med" len="med"/>
          </a:ln>
        </p:spPr>
      </p:cxnSp>
      <p:cxnSp>
        <p:nvCxnSpPr>
          <p:cNvPr id="10" name="Google Shape;139;p1">
            <a:extLst>
              <a:ext uri="{FF2B5EF4-FFF2-40B4-BE49-F238E27FC236}">
                <a16:creationId xmlns:a16="http://schemas.microsoft.com/office/drawing/2014/main" id="{DE00906D-D50F-2636-8DB7-2F7975262793}"/>
              </a:ext>
            </a:extLst>
          </p:cNvPr>
          <p:cNvCxnSpPr>
            <a:cxnSpLocks/>
            <a:stCxn id="130" idx="4"/>
          </p:cNvCxnSpPr>
          <p:nvPr/>
        </p:nvCxnSpPr>
        <p:spPr>
          <a:xfrm>
            <a:off x="11020007" y="3144767"/>
            <a:ext cx="0" cy="146860"/>
          </a:xfrm>
          <a:prstGeom prst="straightConnector1">
            <a:avLst/>
          </a:prstGeom>
          <a:noFill/>
          <a:ln w="9525" cap="flat" cmpd="sng">
            <a:solidFill>
              <a:schemeClr val="accent5"/>
            </a:solidFill>
            <a:prstDash val="solid"/>
            <a:round/>
            <a:headEnd type="none" w="sm" len="sm"/>
            <a:tailEnd type="stealth" w="med" len="med"/>
          </a:ln>
        </p:spPr>
      </p:cxnSp>
      <p:cxnSp>
        <p:nvCxnSpPr>
          <p:cNvPr id="13" name="Google Shape;139;p1">
            <a:extLst>
              <a:ext uri="{FF2B5EF4-FFF2-40B4-BE49-F238E27FC236}">
                <a16:creationId xmlns:a16="http://schemas.microsoft.com/office/drawing/2014/main" id="{15D3038C-8037-035C-1215-4D2BE5C40B7A}"/>
              </a:ext>
            </a:extLst>
          </p:cNvPr>
          <p:cNvCxnSpPr>
            <a:cxnSpLocks/>
            <a:stCxn id="130" idx="1"/>
          </p:cNvCxnSpPr>
          <p:nvPr/>
        </p:nvCxnSpPr>
        <p:spPr>
          <a:xfrm flipH="1" flipV="1">
            <a:off x="10710041" y="2538785"/>
            <a:ext cx="108971" cy="99996"/>
          </a:xfrm>
          <a:prstGeom prst="straightConnector1">
            <a:avLst/>
          </a:prstGeom>
          <a:noFill/>
          <a:ln w="9525" cap="flat" cmpd="sng">
            <a:solidFill>
              <a:schemeClr val="accent5"/>
            </a:solidFill>
            <a:prstDash val="solid"/>
            <a:round/>
            <a:headEnd type="none" w="sm" len="sm"/>
            <a:tailEnd type="stealth" w="med" len="med"/>
          </a:ln>
        </p:spPr>
      </p:cxnSp>
      <p:cxnSp>
        <p:nvCxnSpPr>
          <p:cNvPr id="17" name="Google Shape;139;p1">
            <a:extLst>
              <a:ext uri="{FF2B5EF4-FFF2-40B4-BE49-F238E27FC236}">
                <a16:creationId xmlns:a16="http://schemas.microsoft.com/office/drawing/2014/main" id="{2B38D3DE-BB0F-7827-8950-D01CE628CE84}"/>
              </a:ext>
            </a:extLst>
          </p:cNvPr>
          <p:cNvCxnSpPr>
            <a:cxnSpLocks/>
            <a:stCxn id="130" idx="0"/>
          </p:cNvCxnSpPr>
          <p:nvPr/>
        </p:nvCxnSpPr>
        <p:spPr>
          <a:xfrm flipV="1">
            <a:off x="11020007" y="2420159"/>
            <a:ext cx="0" cy="131808"/>
          </a:xfrm>
          <a:prstGeom prst="straightConnector1">
            <a:avLst/>
          </a:prstGeom>
          <a:noFill/>
          <a:ln w="9525" cap="flat" cmpd="sng">
            <a:solidFill>
              <a:schemeClr val="accent5"/>
            </a:solidFill>
            <a:prstDash val="solid"/>
            <a:round/>
            <a:headEnd type="none" w="sm" len="sm"/>
            <a:tailEnd type="stealth" w="med" len="med"/>
          </a:ln>
        </p:spPr>
      </p:cxnSp>
      <p:cxnSp>
        <p:nvCxnSpPr>
          <p:cNvPr id="21" name="Google Shape;139;p1">
            <a:extLst>
              <a:ext uri="{FF2B5EF4-FFF2-40B4-BE49-F238E27FC236}">
                <a16:creationId xmlns:a16="http://schemas.microsoft.com/office/drawing/2014/main" id="{E30E0BE7-3EA9-6B70-DF32-7334C31493AA}"/>
              </a:ext>
            </a:extLst>
          </p:cNvPr>
          <p:cNvCxnSpPr>
            <a:cxnSpLocks/>
            <a:stCxn id="130" idx="7"/>
          </p:cNvCxnSpPr>
          <p:nvPr/>
        </p:nvCxnSpPr>
        <p:spPr>
          <a:xfrm flipV="1">
            <a:off x="11221002" y="2529300"/>
            <a:ext cx="119660" cy="109481"/>
          </a:xfrm>
          <a:prstGeom prst="straightConnector1">
            <a:avLst/>
          </a:prstGeom>
          <a:noFill/>
          <a:ln w="9525" cap="flat" cmpd="sng">
            <a:solidFill>
              <a:schemeClr val="accent5"/>
            </a:solidFill>
            <a:prstDash val="solid"/>
            <a:round/>
            <a:headEnd type="none" w="sm" len="sm"/>
            <a:tailEnd type="stealth" w="med" len="med"/>
          </a:ln>
        </p:spPr>
      </p:cxnSp>
      <p:grpSp>
        <p:nvGrpSpPr>
          <p:cNvPr id="51" name="Group 50">
            <a:extLst>
              <a:ext uri="{FF2B5EF4-FFF2-40B4-BE49-F238E27FC236}">
                <a16:creationId xmlns:a16="http://schemas.microsoft.com/office/drawing/2014/main" id="{8B45FDA8-E341-0369-C725-F3B30DCFB310}"/>
              </a:ext>
            </a:extLst>
          </p:cNvPr>
          <p:cNvGrpSpPr/>
          <p:nvPr/>
        </p:nvGrpSpPr>
        <p:grpSpPr>
          <a:xfrm>
            <a:off x="10144935" y="7025964"/>
            <a:ext cx="3061446" cy="1839094"/>
            <a:chOff x="9500077" y="6805191"/>
            <a:chExt cx="4167871" cy="2203768"/>
          </a:xfrm>
        </p:grpSpPr>
        <p:pic>
          <p:nvPicPr>
            <p:cNvPr id="37" name="Graphic 36" descr="Server with solid fill">
              <a:extLst>
                <a:ext uri="{FF2B5EF4-FFF2-40B4-BE49-F238E27FC236}">
                  <a16:creationId xmlns:a16="http://schemas.microsoft.com/office/drawing/2014/main" id="{471B6521-3003-68BA-290D-75D59A0C28EB}"/>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1744395" y="6805191"/>
              <a:ext cx="712282" cy="712282"/>
            </a:xfrm>
            <a:prstGeom prst="rect">
              <a:avLst/>
            </a:prstGeom>
          </p:spPr>
        </p:pic>
        <p:pic>
          <p:nvPicPr>
            <p:cNvPr id="38" name="Graphic 37" descr="Users with solid fill">
              <a:extLst>
                <a:ext uri="{FF2B5EF4-FFF2-40B4-BE49-F238E27FC236}">
                  <a16:creationId xmlns:a16="http://schemas.microsoft.com/office/drawing/2014/main" id="{BB849770-D7FA-E6CA-F473-2A75366818CA}"/>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500077" y="8340802"/>
              <a:ext cx="668157" cy="668157"/>
            </a:xfrm>
            <a:prstGeom prst="rect">
              <a:avLst/>
            </a:prstGeom>
          </p:spPr>
        </p:pic>
        <p:cxnSp>
          <p:nvCxnSpPr>
            <p:cNvPr id="39" name="Connector: Elbow 38">
              <a:extLst>
                <a:ext uri="{FF2B5EF4-FFF2-40B4-BE49-F238E27FC236}">
                  <a16:creationId xmlns:a16="http://schemas.microsoft.com/office/drawing/2014/main" id="{E07B4C9C-6765-4EB1-2604-361AD4E83B62}"/>
                </a:ext>
              </a:extLst>
            </p:cNvPr>
            <p:cNvCxnSpPr>
              <a:cxnSpLocks/>
            </p:cNvCxnSpPr>
            <p:nvPr/>
          </p:nvCxnSpPr>
          <p:spPr>
            <a:xfrm flipV="1">
              <a:off x="9906024" y="8068989"/>
              <a:ext cx="438189" cy="320841"/>
            </a:xfrm>
            <a:prstGeom prst="bentConnector3">
              <a:avLst>
                <a:gd name="adj1" fmla="val -2713"/>
              </a:avLst>
            </a:prstGeom>
            <a:ln>
              <a:tailEnd type="triangle"/>
            </a:ln>
          </p:spPr>
          <p:style>
            <a:lnRef idx="1">
              <a:schemeClr val="dk1"/>
            </a:lnRef>
            <a:fillRef idx="0">
              <a:schemeClr val="dk1"/>
            </a:fillRef>
            <a:effectRef idx="0">
              <a:schemeClr val="dk1"/>
            </a:effectRef>
            <a:fontRef idx="minor">
              <a:schemeClr val="tx1"/>
            </a:fontRef>
          </p:style>
        </p:cxnSp>
        <p:sp>
          <p:nvSpPr>
            <p:cNvPr id="40" name="TextBox 39">
              <a:extLst>
                <a:ext uri="{FF2B5EF4-FFF2-40B4-BE49-F238E27FC236}">
                  <a16:creationId xmlns:a16="http://schemas.microsoft.com/office/drawing/2014/main" id="{896C2704-176B-65E6-E57C-69BC02850E3F}"/>
                </a:ext>
              </a:extLst>
            </p:cNvPr>
            <p:cNvSpPr txBox="1"/>
            <p:nvPr/>
          </p:nvSpPr>
          <p:spPr>
            <a:xfrm>
              <a:off x="10517691" y="7895392"/>
              <a:ext cx="449017" cy="34719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1000" b="1" i="0" u="none" strike="noStrike" cap="none" spc="0" normalizeH="0" baseline="0" dirty="0">
                  <a:ln>
                    <a:noFill/>
                  </a:ln>
                  <a:solidFill>
                    <a:srgbClr val="4C4C4C"/>
                  </a:solidFill>
                  <a:effectLst/>
                  <a:uFillTx/>
                  <a:latin typeface="Source Sans Pro" panose="020B0503030403020204" pitchFamily="34" charset="0"/>
                  <a:ea typeface="Source Sans Pro" panose="020B0503030403020204" pitchFamily="34" charset="0"/>
                  <a:cs typeface="Source Sans Pro"/>
                  <a:sym typeface="Source Sans Pro"/>
                </a:rPr>
                <a:t>Jira</a:t>
              </a:r>
            </a:p>
          </p:txBody>
        </p:sp>
        <p:cxnSp>
          <p:nvCxnSpPr>
            <p:cNvPr id="41" name="Connector: Elbow 40">
              <a:extLst>
                <a:ext uri="{FF2B5EF4-FFF2-40B4-BE49-F238E27FC236}">
                  <a16:creationId xmlns:a16="http://schemas.microsoft.com/office/drawing/2014/main" id="{CB53B67C-6990-C16C-C9C5-29B0D554D0A6}"/>
                </a:ext>
              </a:extLst>
            </p:cNvPr>
            <p:cNvCxnSpPr>
              <a:cxnSpLocks/>
            </p:cNvCxnSpPr>
            <p:nvPr/>
          </p:nvCxnSpPr>
          <p:spPr>
            <a:xfrm flipV="1">
              <a:off x="10297843" y="8346585"/>
              <a:ext cx="438189" cy="320841"/>
            </a:xfrm>
            <a:prstGeom prst="bentConnector3">
              <a:avLst>
                <a:gd name="adj1" fmla="val 102169"/>
              </a:avLst>
            </a:prstGeom>
            <a:ln>
              <a:headEnd type="triangle"/>
              <a:tailEnd type="none"/>
            </a:ln>
          </p:spPr>
          <p:style>
            <a:lnRef idx="1">
              <a:schemeClr val="dk1"/>
            </a:lnRef>
            <a:fillRef idx="0">
              <a:schemeClr val="dk1"/>
            </a:fillRef>
            <a:effectRef idx="0">
              <a:schemeClr val="dk1"/>
            </a:effectRef>
            <a:fontRef idx="minor">
              <a:schemeClr val="tx1"/>
            </a:fontRef>
          </p:style>
        </p:cxnSp>
        <p:cxnSp>
          <p:nvCxnSpPr>
            <p:cNvPr id="42" name="Straight Arrow Connector 41">
              <a:extLst>
                <a:ext uri="{FF2B5EF4-FFF2-40B4-BE49-F238E27FC236}">
                  <a16:creationId xmlns:a16="http://schemas.microsoft.com/office/drawing/2014/main" id="{5766D921-021C-1F91-A4B3-34C731230DEF}"/>
                </a:ext>
              </a:extLst>
            </p:cNvPr>
            <p:cNvCxnSpPr>
              <a:cxnSpLocks/>
            </p:cNvCxnSpPr>
            <p:nvPr/>
          </p:nvCxnSpPr>
          <p:spPr>
            <a:xfrm>
              <a:off x="11080667" y="8096708"/>
              <a:ext cx="306991"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3" name="TextBox 42">
              <a:extLst>
                <a:ext uri="{FF2B5EF4-FFF2-40B4-BE49-F238E27FC236}">
                  <a16:creationId xmlns:a16="http://schemas.microsoft.com/office/drawing/2014/main" id="{F2350D61-99EA-4AE2-1D35-F1A3E3FAB428}"/>
                </a:ext>
              </a:extLst>
            </p:cNvPr>
            <p:cNvSpPr txBox="1"/>
            <p:nvPr/>
          </p:nvSpPr>
          <p:spPr>
            <a:xfrm>
              <a:off x="11451722" y="7898101"/>
              <a:ext cx="1910736" cy="32875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900" dirty="0">
                  <a:solidFill>
                    <a:srgbClr val="4C4C4C"/>
                  </a:solidFill>
                  <a:latin typeface="Source Sans Pro" panose="020B0503030403020204" pitchFamily="34" charset="0"/>
                  <a:ea typeface="Source Sans Pro" panose="020B0503030403020204" pitchFamily="34" charset="0"/>
                </a:rPr>
                <a:t>exec/</a:t>
              </a:r>
              <a:r>
                <a:rPr lang="en-US" sz="900" dirty="0" err="1">
                  <a:solidFill>
                    <a:srgbClr val="4C4C4C"/>
                  </a:solidFill>
                  <a:latin typeface="Source Sans Pro" panose="020B0503030403020204" pitchFamily="34" charset="0"/>
                  <a:ea typeface="Source Sans Pro" panose="020B0503030403020204" pitchFamily="34" charset="0"/>
                </a:rPr>
                <a:t>react_jira.r</a:t>
              </a:r>
              <a:endParaRPr kumimoji="0" lang="en-US" sz="900" i="0" u="none" strike="noStrike" cap="none" spc="0" normalizeH="0" baseline="0" dirty="0">
                <a:ln>
                  <a:noFill/>
                </a:ln>
                <a:solidFill>
                  <a:srgbClr val="4C4C4C"/>
                </a:solidFill>
                <a:effectLst/>
                <a:uFillTx/>
                <a:latin typeface="Source Sans Pro" panose="020B0503030403020204" pitchFamily="34" charset="0"/>
                <a:ea typeface="Source Sans Pro" panose="020B0503030403020204" pitchFamily="34" charset="0"/>
                <a:cs typeface="Source Sans Pro"/>
                <a:sym typeface="Source Sans Pro"/>
              </a:endParaRPr>
            </a:p>
          </p:txBody>
        </p:sp>
        <p:cxnSp>
          <p:nvCxnSpPr>
            <p:cNvPr id="44" name="Straight Arrow Connector 43">
              <a:extLst>
                <a:ext uri="{FF2B5EF4-FFF2-40B4-BE49-F238E27FC236}">
                  <a16:creationId xmlns:a16="http://schemas.microsoft.com/office/drawing/2014/main" id="{B707CE7E-69CC-FF66-4A3F-60425A62C2BD}"/>
                </a:ext>
              </a:extLst>
            </p:cNvPr>
            <p:cNvCxnSpPr>
              <a:cxnSpLocks/>
            </p:cNvCxnSpPr>
            <p:nvPr/>
          </p:nvCxnSpPr>
          <p:spPr>
            <a:xfrm>
              <a:off x="12094424" y="7523509"/>
              <a:ext cx="0" cy="34291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pic>
          <p:nvPicPr>
            <p:cNvPr id="45" name="Graphic 44" descr="Paper outline">
              <a:extLst>
                <a:ext uri="{FF2B5EF4-FFF2-40B4-BE49-F238E27FC236}">
                  <a16:creationId xmlns:a16="http://schemas.microsoft.com/office/drawing/2014/main" id="{267B4E15-FF7C-0B8C-C847-A13C33D1CD68}"/>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12980586" y="7839544"/>
              <a:ext cx="673300" cy="527267"/>
            </a:xfrm>
            <a:prstGeom prst="rect">
              <a:avLst/>
            </a:prstGeom>
          </p:spPr>
        </p:pic>
        <p:sp>
          <p:nvSpPr>
            <p:cNvPr id="46" name="TextBox 45">
              <a:extLst>
                <a:ext uri="{FF2B5EF4-FFF2-40B4-BE49-F238E27FC236}">
                  <a16:creationId xmlns:a16="http://schemas.microsoft.com/office/drawing/2014/main" id="{CEE93024-0703-3E13-A34B-AC5EE0335915}"/>
                </a:ext>
              </a:extLst>
            </p:cNvPr>
            <p:cNvSpPr txBox="1"/>
            <p:nvPr/>
          </p:nvSpPr>
          <p:spPr>
            <a:xfrm>
              <a:off x="13111299" y="7932993"/>
              <a:ext cx="556649" cy="31031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800" b="0" i="0" u="none" strike="noStrike" cap="none" spc="0" normalizeH="0" baseline="0" dirty="0">
                  <a:ln>
                    <a:noFill/>
                  </a:ln>
                  <a:solidFill>
                    <a:srgbClr val="4C4C4C"/>
                  </a:solidFill>
                  <a:effectLst/>
                  <a:uFillTx/>
                  <a:latin typeface="Source Sans Pro" panose="020B0503030403020204" pitchFamily="34" charset="0"/>
                  <a:ea typeface="Source Sans Pro" panose="020B0503030403020204" pitchFamily="34" charset="0"/>
                  <a:cs typeface="Source Sans Pro"/>
                  <a:sym typeface="Source Sans Pro"/>
                </a:rPr>
                <a:t>conf</a:t>
              </a:r>
            </a:p>
          </p:txBody>
        </p:sp>
        <p:sp>
          <p:nvSpPr>
            <p:cNvPr id="47" name="TextBox 46">
              <a:extLst>
                <a:ext uri="{FF2B5EF4-FFF2-40B4-BE49-F238E27FC236}">
                  <a16:creationId xmlns:a16="http://schemas.microsoft.com/office/drawing/2014/main" id="{84AFEF23-DA8C-5AB5-90B9-766EFCC0AF33}"/>
                </a:ext>
              </a:extLst>
            </p:cNvPr>
            <p:cNvSpPr txBox="1"/>
            <p:nvPr/>
          </p:nvSpPr>
          <p:spPr>
            <a:xfrm>
              <a:off x="12586237" y="7509947"/>
              <a:ext cx="803301" cy="34719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dirty="0">
                  <a:ln>
                    <a:noFill/>
                  </a:ln>
                  <a:solidFill>
                    <a:srgbClr val="4C4C4C"/>
                  </a:solidFill>
                  <a:effectLst/>
                  <a:uFillTx/>
                  <a:latin typeface="Source Sans Pro" panose="020B0503030403020204" pitchFamily="34" charset="0"/>
                  <a:ea typeface="Source Sans Pro" panose="020B0503030403020204" pitchFamily="34" charset="0"/>
                  <a:cs typeface="Source Sans Pro"/>
                  <a:sym typeface="Source Sans Pro"/>
                </a:rPr>
                <a:t>60 min</a:t>
              </a:r>
            </a:p>
          </p:txBody>
        </p:sp>
        <p:cxnSp>
          <p:nvCxnSpPr>
            <p:cNvPr id="48" name="Straight Arrow Connector 47">
              <a:extLst>
                <a:ext uri="{FF2B5EF4-FFF2-40B4-BE49-F238E27FC236}">
                  <a16:creationId xmlns:a16="http://schemas.microsoft.com/office/drawing/2014/main" id="{AE721220-7F46-A923-1CE6-3678E48CB338}"/>
                </a:ext>
              </a:extLst>
            </p:cNvPr>
            <p:cNvCxnSpPr>
              <a:cxnSpLocks/>
            </p:cNvCxnSpPr>
            <p:nvPr/>
          </p:nvCxnSpPr>
          <p:spPr>
            <a:xfrm>
              <a:off x="12084050" y="8229249"/>
              <a:ext cx="0" cy="35851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9" name="TextBox 48">
              <a:extLst>
                <a:ext uri="{FF2B5EF4-FFF2-40B4-BE49-F238E27FC236}">
                  <a16:creationId xmlns:a16="http://schemas.microsoft.com/office/drawing/2014/main" id="{0FC39AC9-4959-94BF-7412-FE0D3F4E8D4E}"/>
                </a:ext>
              </a:extLst>
            </p:cNvPr>
            <p:cNvSpPr txBox="1"/>
            <p:nvPr/>
          </p:nvSpPr>
          <p:spPr>
            <a:xfrm>
              <a:off x="10026151" y="8114999"/>
              <a:ext cx="698828" cy="49471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900" dirty="0">
                  <a:solidFill>
                    <a:schemeClr val="tx1"/>
                  </a:solidFill>
                  <a:latin typeface="Source Sans Pro" panose="020B0503030403020204" pitchFamily="34" charset="0"/>
                  <a:ea typeface="Source Sans Pro" panose="020B0503030403020204" pitchFamily="34" charset="0"/>
                </a:rPr>
                <a:t>p</a:t>
              </a:r>
              <a:r>
                <a:rPr kumimoji="0" lang="en-US" sz="900" i="0" u="none" strike="noStrike" cap="none" spc="0" normalizeH="0" baseline="0" dirty="0">
                  <a:ln>
                    <a:noFill/>
                  </a:ln>
                  <a:solidFill>
                    <a:schemeClr val="tx1"/>
                  </a:solidFill>
                  <a:effectLst/>
                  <a:uFillTx/>
                  <a:latin typeface="Source Sans Pro" panose="020B0503030403020204" pitchFamily="34" charset="0"/>
                  <a:ea typeface="Source Sans Pro" panose="020B0503030403020204" pitchFamily="34" charset="0"/>
                  <a:cs typeface="Source Sans Pro"/>
                  <a:sym typeface="Source Sans Pro"/>
                </a:rPr>
                <a:t>roject activity</a:t>
              </a:r>
            </a:p>
          </p:txBody>
        </p:sp>
        <p:cxnSp>
          <p:nvCxnSpPr>
            <p:cNvPr id="50" name="Straight Arrow Connector 49">
              <a:extLst>
                <a:ext uri="{FF2B5EF4-FFF2-40B4-BE49-F238E27FC236}">
                  <a16:creationId xmlns:a16="http://schemas.microsoft.com/office/drawing/2014/main" id="{A222641B-2AC1-5CA9-717B-70613B67FB43}"/>
                </a:ext>
              </a:extLst>
            </p:cNvPr>
            <p:cNvCxnSpPr>
              <a:cxnSpLocks/>
            </p:cNvCxnSpPr>
            <p:nvPr/>
          </p:nvCxnSpPr>
          <p:spPr>
            <a:xfrm flipH="1">
              <a:off x="12753813" y="8093312"/>
              <a:ext cx="25169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pic>
        <p:nvPicPr>
          <p:cNvPr id="52" name="Graphic 51" descr="Clock with solid fill">
            <a:extLst>
              <a:ext uri="{FF2B5EF4-FFF2-40B4-BE49-F238E27FC236}">
                <a16:creationId xmlns:a16="http://schemas.microsoft.com/office/drawing/2014/main" id="{780A4936-35FD-B69D-78DD-A5B01EDEF650}"/>
              </a:ext>
            </a:extLst>
          </p:cNvPr>
          <p:cNvPicPr>
            <a:picLocks noChangeAspect="1"/>
          </p:cNvPicPr>
          <p:nvPr/>
        </p:nvPicPr>
        <p:blipFill>
          <a:blip r:embed="rId13" cstate="print">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12265610" y="7670360"/>
            <a:ext cx="190333" cy="190333"/>
          </a:xfrm>
          <a:prstGeom prst="rect">
            <a:avLst/>
          </a:prstGeom>
        </p:spPr>
      </p:pic>
      <p:grpSp>
        <p:nvGrpSpPr>
          <p:cNvPr id="273" name="Google Shape;156;p1">
            <a:extLst>
              <a:ext uri="{FF2B5EF4-FFF2-40B4-BE49-F238E27FC236}">
                <a16:creationId xmlns:a16="http://schemas.microsoft.com/office/drawing/2014/main" id="{7FE11E34-5401-0575-253C-F01A8297C491}"/>
              </a:ext>
            </a:extLst>
          </p:cNvPr>
          <p:cNvGrpSpPr/>
          <p:nvPr/>
        </p:nvGrpSpPr>
        <p:grpSpPr>
          <a:xfrm>
            <a:off x="11340662" y="8649224"/>
            <a:ext cx="1514747" cy="883772"/>
            <a:chOff x="11449104" y="5644270"/>
            <a:chExt cx="2140202" cy="1326867"/>
          </a:xfrm>
          <a:solidFill>
            <a:srgbClr val="4C4C4C"/>
          </a:solidFill>
        </p:grpSpPr>
        <p:sp>
          <p:nvSpPr>
            <p:cNvPr id="279" name="Google Shape;162;p1">
              <a:extLst>
                <a:ext uri="{FF2B5EF4-FFF2-40B4-BE49-F238E27FC236}">
                  <a16:creationId xmlns:a16="http://schemas.microsoft.com/office/drawing/2014/main" id="{216F30E5-5A87-27CA-AD2E-05D694619E1A}"/>
                </a:ext>
              </a:extLst>
            </p:cNvPr>
            <p:cNvSpPr/>
            <p:nvPr/>
          </p:nvSpPr>
          <p:spPr>
            <a:xfrm>
              <a:off x="12990599" y="5644270"/>
              <a:ext cx="192300" cy="198000"/>
            </a:xfrm>
            <a:prstGeom prst="ellipse">
              <a:avLst/>
            </a:prstGeom>
            <a:grpFill/>
            <a:ln w="9525" cap="flat" cmpd="sng">
              <a:solidFill>
                <a:srgbClr val="4C4C4C"/>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280" name="Google Shape;163;p1">
              <a:extLst>
                <a:ext uri="{FF2B5EF4-FFF2-40B4-BE49-F238E27FC236}">
                  <a16:creationId xmlns:a16="http://schemas.microsoft.com/office/drawing/2014/main" id="{CBA2FDE2-56C1-39EB-5D68-DDA979FCB165}"/>
                </a:ext>
              </a:extLst>
            </p:cNvPr>
            <p:cNvSpPr/>
            <p:nvPr/>
          </p:nvSpPr>
          <p:spPr>
            <a:xfrm>
              <a:off x="13261106" y="6564440"/>
              <a:ext cx="328200" cy="336900"/>
            </a:xfrm>
            <a:prstGeom prst="ellipse">
              <a:avLst/>
            </a:prstGeom>
            <a:grpFill/>
            <a:ln w="9525" cap="flat" cmpd="sng">
              <a:solidFill>
                <a:srgbClr val="4C4C4C"/>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81" name="Google Shape;164;p1">
              <a:extLst>
                <a:ext uri="{FF2B5EF4-FFF2-40B4-BE49-F238E27FC236}">
                  <a16:creationId xmlns:a16="http://schemas.microsoft.com/office/drawing/2014/main" id="{AC54E700-B98F-372A-261F-3175E4C048CB}"/>
                </a:ext>
              </a:extLst>
            </p:cNvPr>
            <p:cNvSpPr/>
            <p:nvPr/>
          </p:nvSpPr>
          <p:spPr>
            <a:xfrm>
              <a:off x="12889486" y="6773137"/>
              <a:ext cx="192300" cy="198000"/>
            </a:xfrm>
            <a:prstGeom prst="ellipse">
              <a:avLst/>
            </a:prstGeom>
            <a:grpFill/>
            <a:ln w="9525" cap="flat" cmpd="sng">
              <a:solidFill>
                <a:srgbClr val="4C4C4C"/>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latin typeface="Source Sans Pro" panose="020B0503030403020204" pitchFamily="34" charset="0"/>
                <a:ea typeface="Source Sans Pro" panose="020B0503030403020204" pitchFamily="34" charset="0"/>
                <a:sym typeface="Arial"/>
              </a:endParaRPr>
            </a:p>
          </p:txBody>
        </p:sp>
        <p:sp>
          <p:nvSpPr>
            <p:cNvPr id="282" name="Google Shape;165;p1">
              <a:extLst>
                <a:ext uri="{FF2B5EF4-FFF2-40B4-BE49-F238E27FC236}">
                  <a16:creationId xmlns:a16="http://schemas.microsoft.com/office/drawing/2014/main" id="{447DFCED-54A3-1CC9-6AEF-4EC98BFD968B}"/>
                </a:ext>
              </a:extLst>
            </p:cNvPr>
            <p:cNvSpPr/>
            <p:nvPr/>
          </p:nvSpPr>
          <p:spPr>
            <a:xfrm>
              <a:off x="13324165" y="6099156"/>
              <a:ext cx="192300" cy="198000"/>
            </a:xfrm>
            <a:prstGeom prst="ellipse">
              <a:avLst/>
            </a:prstGeom>
            <a:grpFill/>
            <a:ln w="9525" cap="flat" cmpd="sng">
              <a:solidFill>
                <a:srgbClr val="4C4C4C"/>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sp>
          <p:nvSpPr>
            <p:cNvPr id="288" name="Google Shape;171;p1">
              <a:extLst>
                <a:ext uri="{FF2B5EF4-FFF2-40B4-BE49-F238E27FC236}">
                  <a16:creationId xmlns:a16="http://schemas.microsoft.com/office/drawing/2014/main" id="{6A78A797-EEA2-F071-8FBC-09D622E98AA3}"/>
                </a:ext>
              </a:extLst>
            </p:cNvPr>
            <p:cNvSpPr/>
            <p:nvPr/>
          </p:nvSpPr>
          <p:spPr>
            <a:xfrm>
              <a:off x="11449104" y="6300044"/>
              <a:ext cx="553500" cy="567900"/>
            </a:xfrm>
            <a:prstGeom prst="ellipse">
              <a:avLst/>
            </a:prstGeom>
            <a:grpFill/>
            <a:ln w="26900" cap="flat" cmpd="sng">
              <a:solidFill>
                <a:srgbClr val="4C4C4C"/>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dirty="0">
                <a:solidFill>
                  <a:srgbClr val="000000"/>
                </a:solidFill>
                <a:highlight>
                  <a:srgbClr val="00FF00"/>
                </a:highlight>
                <a:latin typeface="Source Sans Pro" panose="020B0503030403020204" pitchFamily="34" charset="0"/>
                <a:ea typeface="Source Sans Pro" panose="020B0503030403020204" pitchFamily="34" charset="0"/>
                <a:sym typeface="Arial"/>
              </a:endParaRPr>
            </a:p>
          </p:txBody>
        </p:sp>
        <p:cxnSp>
          <p:nvCxnSpPr>
            <p:cNvPr id="303" name="Google Shape;187;p1">
              <a:extLst>
                <a:ext uri="{FF2B5EF4-FFF2-40B4-BE49-F238E27FC236}">
                  <a16:creationId xmlns:a16="http://schemas.microsoft.com/office/drawing/2014/main" id="{F040E230-5177-2302-47A7-C7B98573580A}"/>
                </a:ext>
              </a:extLst>
            </p:cNvPr>
            <p:cNvCxnSpPr>
              <a:stCxn id="307" idx="6"/>
              <a:endCxn id="279" idx="2"/>
            </p:cNvCxnSpPr>
            <p:nvPr/>
          </p:nvCxnSpPr>
          <p:spPr>
            <a:xfrm rot="10800000" flipH="1">
              <a:off x="12553633" y="5743151"/>
              <a:ext cx="437100" cy="199800"/>
            </a:xfrm>
            <a:prstGeom prst="straightConnector1">
              <a:avLst/>
            </a:prstGeom>
            <a:grpFill/>
            <a:ln w="9525" cap="flat" cmpd="sng">
              <a:solidFill>
                <a:srgbClr val="4C4C4C"/>
              </a:solidFill>
              <a:prstDash val="solid"/>
              <a:round/>
              <a:headEnd type="none" w="sm" len="sm"/>
              <a:tailEnd type="stealth" w="med" len="med"/>
            </a:ln>
          </p:spPr>
        </p:cxnSp>
        <p:sp>
          <p:nvSpPr>
            <p:cNvPr id="307" name="Google Shape;188;p1">
              <a:extLst>
                <a:ext uri="{FF2B5EF4-FFF2-40B4-BE49-F238E27FC236}">
                  <a16:creationId xmlns:a16="http://schemas.microsoft.com/office/drawing/2014/main" id="{20AA66CE-ECEA-748B-05B4-49E69F38D5CF}"/>
                </a:ext>
              </a:extLst>
            </p:cNvPr>
            <p:cNvSpPr/>
            <p:nvPr/>
          </p:nvSpPr>
          <p:spPr>
            <a:xfrm>
              <a:off x="12361333" y="5843951"/>
              <a:ext cx="192300" cy="198000"/>
            </a:xfrm>
            <a:prstGeom prst="ellipse">
              <a:avLst/>
            </a:prstGeom>
            <a:grpFill/>
            <a:ln w="9525" cap="flat" cmpd="sng">
              <a:solidFill>
                <a:srgbClr val="4C4C4C"/>
              </a:solidFill>
              <a:prstDash val="solid"/>
              <a:round/>
              <a:headEnd type="none" w="sm" len="sm"/>
              <a:tailEnd type="none" w="sm" len="sm"/>
            </a:ln>
          </p:spPr>
          <p:txBody>
            <a:bodyPr spcFirstLastPara="1" wrap="square" lIns="65400" tIns="65400" rIns="65400" bIns="65400" anchor="ctr" anchorCtr="0">
              <a:noAutofit/>
            </a:bodyPr>
            <a:lstStyle/>
            <a:p>
              <a:pPr marL="0" marR="0" lvl="0" indent="0" algn="ctr" rtl="0">
                <a:lnSpc>
                  <a:spcPct val="100000"/>
                </a:lnSpc>
                <a:spcBef>
                  <a:spcPts val="0"/>
                </a:spcBef>
                <a:spcAft>
                  <a:spcPts val="0"/>
                </a:spcAft>
                <a:buClr>
                  <a:srgbClr val="000000"/>
                </a:buClr>
                <a:buSzPts val="1001"/>
                <a:buFont typeface="Arial"/>
                <a:buNone/>
              </a:pPr>
              <a:endParaRPr sz="1001" b="0" i="0" u="none" strike="noStrike" cap="none">
                <a:solidFill>
                  <a:srgbClr val="000000"/>
                </a:solidFill>
                <a:latin typeface="Source Sans Pro" panose="020B0503030403020204" pitchFamily="34" charset="0"/>
                <a:ea typeface="Source Sans Pro" panose="020B0503030403020204" pitchFamily="34" charset="0"/>
                <a:sym typeface="Arial"/>
              </a:endParaRPr>
            </a:p>
          </p:txBody>
        </p:sp>
        <p:cxnSp>
          <p:nvCxnSpPr>
            <p:cNvPr id="313" name="Google Shape;196;p1">
              <a:extLst>
                <a:ext uri="{FF2B5EF4-FFF2-40B4-BE49-F238E27FC236}">
                  <a16:creationId xmlns:a16="http://schemas.microsoft.com/office/drawing/2014/main" id="{20B99623-8CF2-0712-4D66-9D27516C9B1B}"/>
                </a:ext>
              </a:extLst>
            </p:cNvPr>
            <p:cNvCxnSpPr>
              <a:cxnSpLocks/>
              <a:stCxn id="307" idx="5"/>
              <a:endCxn id="281" idx="1"/>
            </p:cNvCxnSpPr>
            <p:nvPr/>
          </p:nvCxnSpPr>
          <p:spPr>
            <a:xfrm>
              <a:off x="12525471" y="6012955"/>
              <a:ext cx="392100" cy="789300"/>
            </a:xfrm>
            <a:prstGeom prst="straightConnector1">
              <a:avLst/>
            </a:prstGeom>
            <a:grpFill/>
            <a:ln w="9525" cap="flat" cmpd="sng">
              <a:solidFill>
                <a:srgbClr val="4C4C4C"/>
              </a:solidFill>
              <a:prstDash val="solid"/>
              <a:round/>
              <a:headEnd type="none" w="sm" len="sm"/>
              <a:tailEnd type="stealth" w="med" len="med"/>
            </a:ln>
          </p:spPr>
        </p:cxnSp>
        <p:cxnSp>
          <p:nvCxnSpPr>
            <p:cNvPr id="315" name="Google Shape;198;p1">
              <a:extLst>
                <a:ext uri="{FF2B5EF4-FFF2-40B4-BE49-F238E27FC236}">
                  <a16:creationId xmlns:a16="http://schemas.microsoft.com/office/drawing/2014/main" id="{8616CF0F-A683-94B5-3999-CBE8E147F604}"/>
                </a:ext>
              </a:extLst>
            </p:cNvPr>
            <p:cNvCxnSpPr>
              <a:cxnSpLocks/>
              <a:stCxn id="307" idx="6"/>
              <a:endCxn id="282" idx="2"/>
            </p:cNvCxnSpPr>
            <p:nvPr/>
          </p:nvCxnSpPr>
          <p:spPr>
            <a:xfrm>
              <a:off x="12553633" y="5942951"/>
              <a:ext cx="770400" cy="255300"/>
            </a:xfrm>
            <a:prstGeom prst="straightConnector1">
              <a:avLst/>
            </a:prstGeom>
            <a:grpFill/>
            <a:ln w="9525" cap="flat" cmpd="sng">
              <a:solidFill>
                <a:srgbClr val="4C4C4C"/>
              </a:solidFill>
              <a:prstDash val="solid"/>
              <a:round/>
              <a:headEnd type="none" w="sm" len="sm"/>
              <a:tailEnd type="stealth" w="med" len="med"/>
            </a:ln>
          </p:spPr>
        </p:cxnSp>
        <p:cxnSp>
          <p:nvCxnSpPr>
            <p:cNvPr id="316" name="Google Shape;199;p1">
              <a:extLst>
                <a:ext uri="{FF2B5EF4-FFF2-40B4-BE49-F238E27FC236}">
                  <a16:creationId xmlns:a16="http://schemas.microsoft.com/office/drawing/2014/main" id="{94F3C200-3D12-C7BC-8E3F-596A86A56C2A}"/>
                </a:ext>
              </a:extLst>
            </p:cNvPr>
            <p:cNvCxnSpPr>
              <a:cxnSpLocks/>
              <a:stCxn id="307" idx="3"/>
              <a:endCxn id="288" idx="7"/>
            </p:cNvCxnSpPr>
            <p:nvPr/>
          </p:nvCxnSpPr>
          <p:spPr>
            <a:xfrm flipH="1">
              <a:off x="11921495" y="6012955"/>
              <a:ext cx="468000" cy="370200"/>
            </a:xfrm>
            <a:prstGeom prst="straightConnector1">
              <a:avLst/>
            </a:prstGeom>
            <a:grpFill/>
            <a:ln w="9525" cap="flat" cmpd="sng">
              <a:solidFill>
                <a:srgbClr val="4C4C4C"/>
              </a:solidFill>
              <a:prstDash val="solid"/>
              <a:round/>
              <a:headEnd type="none" w="sm" len="sm"/>
              <a:tailEnd type="stealth" w="med" len="med"/>
            </a:ln>
          </p:spPr>
        </p:cxnSp>
        <p:cxnSp>
          <p:nvCxnSpPr>
            <p:cNvPr id="317" name="Google Shape;200;p1">
              <a:extLst>
                <a:ext uri="{FF2B5EF4-FFF2-40B4-BE49-F238E27FC236}">
                  <a16:creationId xmlns:a16="http://schemas.microsoft.com/office/drawing/2014/main" id="{C1F618B6-4069-13C3-7E14-79E55397C571}"/>
                </a:ext>
              </a:extLst>
            </p:cNvPr>
            <p:cNvCxnSpPr>
              <a:cxnSpLocks/>
              <a:stCxn id="307" idx="6"/>
              <a:endCxn id="280" idx="1"/>
            </p:cNvCxnSpPr>
            <p:nvPr/>
          </p:nvCxnSpPr>
          <p:spPr>
            <a:xfrm>
              <a:off x="12553633" y="5942951"/>
              <a:ext cx="755400" cy="670800"/>
            </a:xfrm>
            <a:prstGeom prst="straightConnector1">
              <a:avLst/>
            </a:prstGeom>
            <a:grpFill/>
            <a:ln>
              <a:solidFill>
                <a:srgbClr val="4C4C4C"/>
              </a:solidFill>
              <a:headEnd type="none" w="sm" len="sm"/>
              <a:tailEnd type="stealth" w="med" len="med"/>
            </a:ln>
          </p:spPr>
          <p:style>
            <a:lnRef idx="1">
              <a:schemeClr val="accent2"/>
            </a:lnRef>
            <a:fillRef idx="0">
              <a:schemeClr val="accent2"/>
            </a:fillRef>
            <a:effectRef idx="0">
              <a:schemeClr val="accent2"/>
            </a:effectRef>
            <a:fontRef idx="minor">
              <a:schemeClr val="tx1"/>
            </a:fontRef>
          </p:style>
        </p:cxnSp>
      </p:grpSp>
    </p:spTree>
  </p:cSld>
  <p:clrMapOvr>
    <a:masterClrMapping/>
  </p:clrMapOvr>
  <p:extLst>
    <p:ext uri="{6950BFC3-D8DA-4A85-94F7-54DA5524770B}">
      <p188:commentRel xmlns:p188="http://schemas.microsoft.com/office/powerpoint/2018/8/main" r:id="rId3"/>
    </p:ext>
  </p:extLst>
</p:sld>
</file>

<file path=ppt/theme/theme1.xml><?xml version="1.0" encoding="utf-8"?>
<a:theme xmlns:a="http://schemas.openxmlformats.org/drawingml/2006/main" name="White">
  <a:themeElements>
    <a:clrScheme name="White">
      <a:dk1>
        <a:srgbClr val="4C4C4C"/>
      </a:dk1>
      <a:lt1>
        <a:srgbClr val="FFFFFF"/>
      </a:lt1>
      <a:dk2>
        <a:srgbClr val="53585F"/>
      </a:dk2>
      <a:lt2>
        <a:srgbClr val="DCDEE0"/>
      </a:lt2>
      <a:accent1>
        <a:srgbClr val="0365C0"/>
      </a:accent1>
      <a:accent2>
        <a:srgbClr val="00882B"/>
      </a:accent2>
      <a:accent3>
        <a:srgbClr val="F7DCA7"/>
      </a:accent3>
      <a:accent4>
        <a:srgbClr val="DE6A10"/>
      </a:accent4>
      <a:accent5>
        <a:srgbClr val="C82506"/>
      </a:accent5>
      <a:accent6>
        <a:srgbClr val="773F9B"/>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White">
  <a:themeElements>
    <a:clrScheme name="White">
      <a:dk1>
        <a:srgbClr val="000000"/>
      </a:dk1>
      <a:lt1>
        <a:srgbClr val="FFFFFF"/>
      </a:lt1>
      <a:dk2>
        <a:srgbClr val="53585F"/>
      </a:dk2>
      <a:lt2>
        <a:srgbClr val="DCDEE0"/>
      </a:lt2>
      <a:accent1>
        <a:srgbClr val="0365C0"/>
      </a:accent1>
      <a:accent2>
        <a:srgbClr val="00882B"/>
      </a:accent2>
      <a:accent3>
        <a:srgbClr val="F7DCA7"/>
      </a:accent3>
      <a:accent4>
        <a:srgbClr val="DE6A10"/>
      </a:accent4>
      <a:accent5>
        <a:srgbClr val="C82506"/>
      </a:accent5>
      <a:accent6>
        <a:srgbClr val="773F9B"/>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264</TotalTime>
  <Words>469</Words>
  <Application>Microsoft Office PowerPoint</Application>
  <PresentationFormat>Custom</PresentationFormat>
  <Paragraphs>60</Paragraphs>
  <Slides>1</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vt:i4>
      </vt:variant>
    </vt:vector>
  </HeadingPairs>
  <TitlesOfParts>
    <vt:vector size="9" baseType="lpstr">
      <vt:lpstr>Source Sans Pro</vt:lpstr>
      <vt:lpstr>Helvetica Neue Light</vt:lpstr>
      <vt:lpstr>Source Sans Pro SemiBold</vt:lpstr>
      <vt:lpstr>Helvetica Neue</vt:lpstr>
      <vt:lpstr>Source Sans Pro Light</vt:lpstr>
      <vt:lpstr>Arial</vt:lpstr>
      <vt:lpstr>Avenir</vt:lpstr>
      <vt:lpstr>White</vt:lpstr>
      <vt:lpstr>Kaiāulu React: : CHEAT SHEET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Austin Dang</dc:creator>
  <cp:lastModifiedBy>Austin Dang</cp:lastModifiedBy>
  <cp:revision>30</cp:revision>
  <dcterms:modified xsi:type="dcterms:W3CDTF">2025-12-15T06:44:47Z</dcterms:modified>
</cp:coreProperties>
</file>