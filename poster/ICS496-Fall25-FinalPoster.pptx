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43891200"/>
  <p:notesSz cx="6858000" cy="9144000"/>
  <p:embeddedFontLst>
    <p:embeddedFont>
      <p:font typeface="Helvetica Neue" panose="020B060402020202020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824">
          <p15:clr>
            <a:srgbClr val="A4A3A4"/>
          </p15:clr>
        </p15:guide>
        <p15:guide id="2" pos="1036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jTRgq/+x355WFa+oMByK4kx7is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816" y="-1164"/>
      </p:cViewPr>
      <p:guideLst>
        <p:guide orient="horz" pos="13824"/>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12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7183123"/>
            <a:ext cx="27980640" cy="152806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1600"/>
              <a:buFont typeface="Calibri"/>
              <a:buNone/>
              <a:defRPr sz="2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23053043"/>
            <a:ext cx="24688800" cy="1059687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600"/>
              </a:spcBef>
              <a:spcAft>
                <a:spcPts val="0"/>
              </a:spcAft>
              <a:buClr>
                <a:schemeClr val="dk1"/>
              </a:buClr>
              <a:buSzPts val="8640"/>
              <a:buNone/>
              <a:defRPr sz="8640"/>
            </a:lvl1pPr>
            <a:lvl2pPr lvl="1" algn="ctr">
              <a:lnSpc>
                <a:spcPct val="90000"/>
              </a:lnSpc>
              <a:spcBef>
                <a:spcPts val="1800"/>
              </a:spcBef>
              <a:spcAft>
                <a:spcPts val="0"/>
              </a:spcAft>
              <a:buClr>
                <a:schemeClr val="dk1"/>
              </a:buClr>
              <a:buSzPts val="7200"/>
              <a:buNone/>
              <a:defRPr sz="7200"/>
            </a:lvl2pPr>
            <a:lvl3pPr lvl="2" algn="ctr">
              <a:lnSpc>
                <a:spcPct val="90000"/>
              </a:lnSpc>
              <a:spcBef>
                <a:spcPts val="1800"/>
              </a:spcBef>
              <a:spcAft>
                <a:spcPts val="0"/>
              </a:spcAft>
              <a:buClr>
                <a:schemeClr val="dk1"/>
              </a:buClr>
              <a:buSzPts val="6480"/>
              <a:buNone/>
              <a:defRPr sz="6480"/>
            </a:lvl3pPr>
            <a:lvl4pPr lvl="3" algn="ctr">
              <a:lnSpc>
                <a:spcPct val="90000"/>
              </a:lnSpc>
              <a:spcBef>
                <a:spcPts val="1800"/>
              </a:spcBef>
              <a:spcAft>
                <a:spcPts val="0"/>
              </a:spcAft>
              <a:buClr>
                <a:schemeClr val="dk1"/>
              </a:buClr>
              <a:buSzPts val="5760"/>
              <a:buNone/>
              <a:defRPr sz="5760"/>
            </a:lvl4pPr>
            <a:lvl5pPr lvl="4" algn="ctr">
              <a:lnSpc>
                <a:spcPct val="90000"/>
              </a:lnSpc>
              <a:spcBef>
                <a:spcPts val="1800"/>
              </a:spcBef>
              <a:spcAft>
                <a:spcPts val="0"/>
              </a:spcAft>
              <a:buClr>
                <a:schemeClr val="dk1"/>
              </a:buClr>
              <a:buSzPts val="5760"/>
              <a:buNone/>
              <a:defRPr sz="5760"/>
            </a:lvl5pPr>
            <a:lvl6pPr lvl="5" algn="ctr">
              <a:lnSpc>
                <a:spcPct val="90000"/>
              </a:lnSpc>
              <a:spcBef>
                <a:spcPts val="1800"/>
              </a:spcBef>
              <a:spcAft>
                <a:spcPts val="0"/>
              </a:spcAft>
              <a:buClr>
                <a:schemeClr val="dk1"/>
              </a:buClr>
              <a:buSzPts val="5760"/>
              <a:buNone/>
              <a:defRPr sz="5760"/>
            </a:lvl6pPr>
            <a:lvl7pPr lvl="6" algn="ctr">
              <a:lnSpc>
                <a:spcPct val="90000"/>
              </a:lnSpc>
              <a:spcBef>
                <a:spcPts val="1800"/>
              </a:spcBef>
              <a:spcAft>
                <a:spcPts val="0"/>
              </a:spcAft>
              <a:buClr>
                <a:schemeClr val="dk1"/>
              </a:buClr>
              <a:buSzPts val="5760"/>
              <a:buNone/>
              <a:defRPr sz="5760"/>
            </a:lvl7pPr>
            <a:lvl8pPr lvl="7" algn="ctr">
              <a:lnSpc>
                <a:spcPct val="90000"/>
              </a:lnSpc>
              <a:spcBef>
                <a:spcPts val="1800"/>
              </a:spcBef>
              <a:spcAft>
                <a:spcPts val="0"/>
              </a:spcAft>
              <a:buClr>
                <a:schemeClr val="dk1"/>
              </a:buClr>
              <a:buSzPts val="5760"/>
              <a:buNone/>
              <a:defRPr sz="5760"/>
            </a:lvl8pPr>
            <a:lvl9pPr lvl="8" algn="ctr">
              <a:lnSpc>
                <a:spcPct val="90000"/>
              </a:lnSpc>
              <a:spcBef>
                <a:spcPts val="1800"/>
              </a:spcBef>
              <a:spcAft>
                <a:spcPts val="0"/>
              </a:spcAft>
              <a:buClr>
                <a:schemeClr val="dk1"/>
              </a:buClr>
              <a:buSzPts val="5760"/>
              <a:buNone/>
              <a:defRPr sz="5760"/>
            </a:lvl9pPr>
          </a:lstStyle>
          <a:p>
            <a:endParaRPr/>
          </a:p>
        </p:txBody>
      </p:sp>
      <p:sp>
        <p:nvSpPr>
          <p:cNvPr id="18" name="Google Shape;18;p3"/>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11684000"/>
            <a:ext cx="28392120" cy="278485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7" y="10942333"/>
            <a:ext cx="28392120" cy="182575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0"/>
              <a:buFont typeface="Calibri"/>
              <a:buNone/>
              <a:defRPr sz="2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7" y="29372573"/>
            <a:ext cx="28392120" cy="960119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8640"/>
              <a:buNone/>
              <a:defRPr sz="8640">
                <a:solidFill>
                  <a:schemeClr val="dk1"/>
                </a:solidFill>
              </a:defRPr>
            </a:lvl1pPr>
            <a:lvl2pPr marL="914400" lvl="1" indent="-228600" algn="l">
              <a:lnSpc>
                <a:spcPct val="90000"/>
              </a:lnSpc>
              <a:spcBef>
                <a:spcPts val="1800"/>
              </a:spcBef>
              <a:spcAft>
                <a:spcPts val="0"/>
              </a:spcAft>
              <a:buClr>
                <a:srgbClr val="888888"/>
              </a:buClr>
              <a:buSzPts val="7200"/>
              <a:buNone/>
              <a:defRPr sz="7200">
                <a:solidFill>
                  <a:srgbClr val="888888"/>
                </a:solidFill>
              </a:defRPr>
            </a:lvl2pPr>
            <a:lvl3pPr marL="1371600" lvl="2" indent="-228600" algn="l">
              <a:lnSpc>
                <a:spcPct val="90000"/>
              </a:lnSpc>
              <a:spcBef>
                <a:spcPts val="1800"/>
              </a:spcBef>
              <a:spcAft>
                <a:spcPts val="0"/>
              </a:spcAft>
              <a:buClr>
                <a:srgbClr val="888888"/>
              </a:buClr>
              <a:buSzPts val="6480"/>
              <a:buNone/>
              <a:defRPr sz="6480">
                <a:solidFill>
                  <a:srgbClr val="888888"/>
                </a:solidFill>
              </a:defRPr>
            </a:lvl3pPr>
            <a:lvl4pPr marL="1828800" lvl="3" indent="-228600" algn="l">
              <a:lnSpc>
                <a:spcPct val="90000"/>
              </a:lnSpc>
              <a:spcBef>
                <a:spcPts val="1800"/>
              </a:spcBef>
              <a:spcAft>
                <a:spcPts val="0"/>
              </a:spcAft>
              <a:buClr>
                <a:srgbClr val="888888"/>
              </a:buClr>
              <a:buSzPts val="5760"/>
              <a:buNone/>
              <a:defRPr sz="5760">
                <a:solidFill>
                  <a:srgbClr val="888888"/>
                </a:solidFill>
              </a:defRPr>
            </a:lvl4pPr>
            <a:lvl5pPr marL="2286000" lvl="4" indent="-228600" algn="l">
              <a:lnSpc>
                <a:spcPct val="90000"/>
              </a:lnSpc>
              <a:spcBef>
                <a:spcPts val="1800"/>
              </a:spcBef>
              <a:spcAft>
                <a:spcPts val="0"/>
              </a:spcAft>
              <a:buClr>
                <a:srgbClr val="888888"/>
              </a:buClr>
              <a:buSzPts val="5760"/>
              <a:buNone/>
              <a:defRPr sz="5760">
                <a:solidFill>
                  <a:srgbClr val="888888"/>
                </a:solidFill>
              </a:defRPr>
            </a:lvl5pPr>
            <a:lvl6pPr marL="2743200" lvl="5" indent="-228600" algn="l">
              <a:lnSpc>
                <a:spcPct val="90000"/>
              </a:lnSpc>
              <a:spcBef>
                <a:spcPts val="1800"/>
              </a:spcBef>
              <a:spcAft>
                <a:spcPts val="0"/>
              </a:spcAft>
              <a:buClr>
                <a:srgbClr val="888888"/>
              </a:buClr>
              <a:buSzPts val="5760"/>
              <a:buNone/>
              <a:defRPr sz="5760">
                <a:solidFill>
                  <a:srgbClr val="888888"/>
                </a:solidFill>
              </a:defRPr>
            </a:lvl6pPr>
            <a:lvl7pPr marL="3200400" lvl="6" indent="-228600" algn="l">
              <a:lnSpc>
                <a:spcPct val="90000"/>
              </a:lnSpc>
              <a:spcBef>
                <a:spcPts val="1800"/>
              </a:spcBef>
              <a:spcAft>
                <a:spcPts val="0"/>
              </a:spcAft>
              <a:buClr>
                <a:srgbClr val="888888"/>
              </a:buClr>
              <a:buSzPts val="5760"/>
              <a:buNone/>
              <a:defRPr sz="5760">
                <a:solidFill>
                  <a:srgbClr val="888888"/>
                </a:solidFill>
              </a:defRPr>
            </a:lvl7pPr>
            <a:lvl8pPr marL="3657600" lvl="7" indent="-228600" algn="l">
              <a:lnSpc>
                <a:spcPct val="90000"/>
              </a:lnSpc>
              <a:spcBef>
                <a:spcPts val="1800"/>
              </a:spcBef>
              <a:spcAft>
                <a:spcPts val="0"/>
              </a:spcAft>
              <a:buClr>
                <a:srgbClr val="888888"/>
              </a:buClr>
              <a:buSzPts val="5760"/>
              <a:buNone/>
              <a:defRPr sz="5760">
                <a:solidFill>
                  <a:srgbClr val="888888"/>
                </a:solidFill>
              </a:defRPr>
            </a:lvl8pPr>
            <a:lvl9pPr marL="4114800" lvl="8" indent="-228600" algn="l">
              <a:lnSpc>
                <a:spcPct val="90000"/>
              </a:lnSpc>
              <a:spcBef>
                <a:spcPts val="1800"/>
              </a:spcBef>
              <a:spcAft>
                <a:spcPts val="0"/>
              </a:spcAft>
              <a:buClr>
                <a:srgbClr val="888888"/>
              </a:buClr>
              <a:buSzPts val="5760"/>
              <a:buNone/>
              <a:defRPr sz="5760">
                <a:solidFill>
                  <a:srgbClr val="888888"/>
                </a:solidFill>
              </a:defRPr>
            </a:lvl9pPr>
          </a:lstStyle>
          <a:p>
            <a:endParaRPr/>
          </a:p>
        </p:txBody>
      </p:sp>
      <p:sp>
        <p:nvSpPr>
          <p:cNvPr id="30" name="Google Shape;30;p5"/>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11684000"/>
            <a:ext cx="13990320" cy="278485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11684000"/>
            <a:ext cx="13990320" cy="278485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1" y="10759443"/>
            <a:ext cx="13926024" cy="527303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600"/>
              </a:spcBef>
              <a:spcAft>
                <a:spcPts val="0"/>
              </a:spcAft>
              <a:buClr>
                <a:schemeClr val="dk1"/>
              </a:buClr>
              <a:buSzPts val="8640"/>
              <a:buNone/>
              <a:defRPr sz="8640" b="1"/>
            </a:lvl1pPr>
            <a:lvl2pPr marL="914400" lvl="1" indent="-228600" algn="l">
              <a:lnSpc>
                <a:spcPct val="90000"/>
              </a:lnSpc>
              <a:spcBef>
                <a:spcPts val="1800"/>
              </a:spcBef>
              <a:spcAft>
                <a:spcPts val="0"/>
              </a:spcAft>
              <a:buClr>
                <a:schemeClr val="dk1"/>
              </a:buClr>
              <a:buSzPts val="7200"/>
              <a:buNone/>
              <a:defRPr sz="7200" b="1"/>
            </a:lvl2pPr>
            <a:lvl3pPr marL="1371600" lvl="2" indent="-228600" algn="l">
              <a:lnSpc>
                <a:spcPct val="90000"/>
              </a:lnSpc>
              <a:spcBef>
                <a:spcPts val="1800"/>
              </a:spcBef>
              <a:spcAft>
                <a:spcPts val="0"/>
              </a:spcAft>
              <a:buClr>
                <a:schemeClr val="dk1"/>
              </a:buClr>
              <a:buSzPts val="6480"/>
              <a:buNone/>
              <a:defRPr sz="6480" b="1"/>
            </a:lvl3pPr>
            <a:lvl4pPr marL="1828800" lvl="3" indent="-228600" algn="l">
              <a:lnSpc>
                <a:spcPct val="90000"/>
              </a:lnSpc>
              <a:spcBef>
                <a:spcPts val="1800"/>
              </a:spcBef>
              <a:spcAft>
                <a:spcPts val="0"/>
              </a:spcAft>
              <a:buClr>
                <a:schemeClr val="dk1"/>
              </a:buClr>
              <a:buSzPts val="5760"/>
              <a:buNone/>
              <a:defRPr sz="5760" b="1"/>
            </a:lvl4pPr>
            <a:lvl5pPr marL="2286000" lvl="4" indent="-228600" algn="l">
              <a:lnSpc>
                <a:spcPct val="90000"/>
              </a:lnSpc>
              <a:spcBef>
                <a:spcPts val="1800"/>
              </a:spcBef>
              <a:spcAft>
                <a:spcPts val="0"/>
              </a:spcAft>
              <a:buClr>
                <a:schemeClr val="dk1"/>
              </a:buClr>
              <a:buSzPts val="5760"/>
              <a:buNone/>
              <a:defRPr sz="5760" b="1"/>
            </a:lvl5pPr>
            <a:lvl6pPr marL="2743200" lvl="5" indent="-228600" algn="l">
              <a:lnSpc>
                <a:spcPct val="90000"/>
              </a:lnSpc>
              <a:spcBef>
                <a:spcPts val="1800"/>
              </a:spcBef>
              <a:spcAft>
                <a:spcPts val="0"/>
              </a:spcAft>
              <a:buClr>
                <a:schemeClr val="dk1"/>
              </a:buClr>
              <a:buSzPts val="5760"/>
              <a:buNone/>
              <a:defRPr sz="5760" b="1"/>
            </a:lvl6pPr>
            <a:lvl7pPr marL="3200400" lvl="6" indent="-228600" algn="l">
              <a:lnSpc>
                <a:spcPct val="90000"/>
              </a:lnSpc>
              <a:spcBef>
                <a:spcPts val="1800"/>
              </a:spcBef>
              <a:spcAft>
                <a:spcPts val="0"/>
              </a:spcAft>
              <a:buClr>
                <a:schemeClr val="dk1"/>
              </a:buClr>
              <a:buSzPts val="5760"/>
              <a:buNone/>
              <a:defRPr sz="5760" b="1"/>
            </a:lvl7pPr>
            <a:lvl8pPr marL="3657600" lvl="7" indent="-228600" algn="l">
              <a:lnSpc>
                <a:spcPct val="90000"/>
              </a:lnSpc>
              <a:spcBef>
                <a:spcPts val="1800"/>
              </a:spcBef>
              <a:spcAft>
                <a:spcPts val="0"/>
              </a:spcAft>
              <a:buClr>
                <a:schemeClr val="dk1"/>
              </a:buClr>
              <a:buSzPts val="5760"/>
              <a:buNone/>
              <a:defRPr sz="5760" b="1"/>
            </a:lvl8pPr>
            <a:lvl9pPr marL="4114800" lvl="8" indent="-228600" algn="l">
              <a:lnSpc>
                <a:spcPct val="90000"/>
              </a:lnSpc>
              <a:spcBef>
                <a:spcPts val="1800"/>
              </a:spcBef>
              <a:spcAft>
                <a:spcPts val="0"/>
              </a:spcAft>
              <a:buClr>
                <a:schemeClr val="dk1"/>
              </a:buClr>
              <a:buSzPts val="5760"/>
              <a:buNone/>
              <a:defRPr sz="5760" b="1"/>
            </a:lvl9pPr>
          </a:lstStyle>
          <a:p>
            <a:endParaRPr/>
          </a:p>
        </p:txBody>
      </p:sp>
      <p:sp>
        <p:nvSpPr>
          <p:cNvPr id="43" name="Google Shape;43;p7"/>
          <p:cNvSpPr txBox="1">
            <a:spLocks noGrp="1"/>
          </p:cNvSpPr>
          <p:nvPr>
            <p:ph type="body" idx="2"/>
          </p:nvPr>
        </p:nvSpPr>
        <p:spPr>
          <a:xfrm>
            <a:off x="2267431" y="16032480"/>
            <a:ext cx="13926024" cy="235813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10759443"/>
            <a:ext cx="13994608" cy="527303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600"/>
              </a:spcBef>
              <a:spcAft>
                <a:spcPts val="0"/>
              </a:spcAft>
              <a:buClr>
                <a:schemeClr val="dk1"/>
              </a:buClr>
              <a:buSzPts val="8640"/>
              <a:buNone/>
              <a:defRPr sz="8640" b="1"/>
            </a:lvl1pPr>
            <a:lvl2pPr marL="914400" lvl="1" indent="-228600" algn="l">
              <a:lnSpc>
                <a:spcPct val="90000"/>
              </a:lnSpc>
              <a:spcBef>
                <a:spcPts val="1800"/>
              </a:spcBef>
              <a:spcAft>
                <a:spcPts val="0"/>
              </a:spcAft>
              <a:buClr>
                <a:schemeClr val="dk1"/>
              </a:buClr>
              <a:buSzPts val="7200"/>
              <a:buNone/>
              <a:defRPr sz="7200" b="1"/>
            </a:lvl2pPr>
            <a:lvl3pPr marL="1371600" lvl="2" indent="-228600" algn="l">
              <a:lnSpc>
                <a:spcPct val="90000"/>
              </a:lnSpc>
              <a:spcBef>
                <a:spcPts val="1800"/>
              </a:spcBef>
              <a:spcAft>
                <a:spcPts val="0"/>
              </a:spcAft>
              <a:buClr>
                <a:schemeClr val="dk1"/>
              </a:buClr>
              <a:buSzPts val="6480"/>
              <a:buNone/>
              <a:defRPr sz="6480" b="1"/>
            </a:lvl3pPr>
            <a:lvl4pPr marL="1828800" lvl="3" indent="-228600" algn="l">
              <a:lnSpc>
                <a:spcPct val="90000"/>
              </a:lnSpc>
              <a:spcBef>
                <a:spcPts val="1800"/>
              </a:spcBef>
              <a:spcAft>
                <a:spcPts val="0"/>
              </a:spcAft>
              <a:buClr>
                <a:schemeClr val="dk1"/>
              </a:buClr>
              <a:buSzPts val="5760"/>
              <a:buNone/>
              <a:defRPr sz="5760" b="1"/>
            </a:lvl4pPr>
            <a:lvl5pPr marL="2286000" lvl="4" indent="-228600" algn="l">
              <a:lnSpc>
                <a:spcPct val="90000"/>
              </a:lnSpc>
              <a:spcBef>
                <a:spcPts val="1800"/>
              </a:spcBef>
              <a:spcAft>
                <a:spcPts val="0"/>
              </a:spcAft>
              <a:buClr>
                <a:schemeClr val="dk1"/>
              </a:buClr>
              <a:buSzPts val="5760"/>
              <a:buNone/>
              <a:defRPr sz="5760" b="1"/>
            </a:lvl5pPr>
            <a:lvl6pPr marL="2743200" lvl="5" indent="-228600" algn="l">
              <a:lnSpc>
                <a:spcPct val="90000"/>
              </a:lnSpc>
              <a:spcBef>
                <a:spcPts val="1800"/>
              </a:spcBef>
              <a:spcAft>
                <a:spcPts val="0"/>
              </a:spcAft>
              <a:buClr>
                <a:schemeClr val="dk1"/>
              </a:buClr>
              <a:buSzPts val="5760"/>
              <a:buNone/>
              <a:defRPr sz="5760" b="1"/>
            </a:lvl6pPr>
            <a:lvl7pPr marL="3200400" lvl="6" indent="-228600" algn="l">
              <a:lnSpc>
                <a:spcPct val="90000"/>
              </a:lnSpc>
              <a:spcBef>
                <a:spcPts val="1800"/>
              </a:spcBef>
              <a:spcAft>
                <a:spcPts val="0"/>
              </a:spcAft>
              <a:buClr>
                <a:schemeClr val="dk1"/>
              </a:buClr>
              <a:buSzPts val="5760"/>
              <a:buNone/>
              <a:defRPr sz="5760" b="1"/>
            </a:lvl7pPr>
            <a:lvl8pPr marL="3657600" lvl="7" indent="-228600" algn="l">
              <a:lnSpc>
                <a:spcPct val="90000"/>
              </a:lnSpc>
              <a:spcBef>
                <a:spcPts val="1800"/>
              </a:spcBef>
              <a:spcAft>
                <a:spcPts val="0"/>
              </a:spcAft>
              <a:buClr>
                <a:schemeClr val="dk1"/>
              </a:buClr>
              <a:buSzPts val="5760"/>
              <a:buNone/>
              <a:defRPr sz="5760" b="1"/>
            </a:lvl8pPr>
            <a:lvl9pPr marL="4114800" lvl="8" indent="-228600" algn="l">
              <a:lnSpc>
                <a:spcPct val="90000"/>
              </a:lnSpc>
              <a:spcBef>
                <a:spcPts val="1800"/>
              </a:spcBef>
              <a:spcAft>
                <a:spcPts val="0"/>
              </a:spcAft>
              <a:buClr>
                <a:schemeClr val="dk1"/>
              </a:buClr>
              <a:buSzPts val="5760"/>
              <a:buNone/>
              <a:defRPr sz="5760" b="1"/>
            </a:lvl9pPr>
          </a:lstStyle>
          <a:p>
            <a:endParaRPr/>
          </a:p>
        </p:txBody>
      </p:sp>
      <p:sp>
        <p:nvSpPr>
          <p:cNvPr id="45" name="Google Shape;45;p7"/>
          <p:cNvSpPr txBox="1">
            <a:spLocks noGrp="1"/>
          </p:cNvSpPr>
          <p:nvPr>
            <p:ph type="body" idx="4"/>
          </p:nvPr>
        </p:nvSpPr>
        <p:spPr>
          <a:xfrm>
            <a:off x="16664942" y="16032480"/>
            <a:ext cx="13994608" cy="235813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2926080"/>
            <a:ext cx="10617041" cy="10241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152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6319530"/>
            <a:ext cx="16664940" cy="31191200"/>
          </a:xfrm>
          <a:prstGeom prst="rect">
            <a:avLst/>
          </a:prstGeom>
          <a:noFill/>
          <a:ln>
            <a:noFill/>
          </a:ln>
        </p:spPr>
        <p:txBody>
          <a:bodyPr spcFirstLastPara="1" wrap="square" lIns="91425" tIns="45700" rIns="91425" bIns="45700" anchor="t" anchorCtr="0">
            <a:normAutofit/>
          </a:bodyPr>
          <a:lstStyle>
            <a:lvl1pPr marL="457200" lvl="0" indent="-960120" algn="l">
              <a:lnSpc>
                <a:spcPct val="90000"/>
              </a:lnSpc>
              <a:spcBef>
                <a:spcPts val="3600"/>
              </a:spcBef>
              <a:spcAft>
                <a:spcPts val="0"/>
              </a:spcAft>
              <a:buClr>
                <a:schemeClr val="dk1"/>
              </a:buClr>
              <a:buSzPts val="11520"/>
              <a:buChar char="•"/>
              <a:defRPr sz="11520"/>
            </a:lvl1pPr>
            <a:lvl2pPr marL="914400" lvl="1" indent="-868680" algn="l">
              <a:lnSpc>
                <a:spcPct val="90000"/>
              </a:lnSpc>
              <a:spcBef>
                <a:spcPts val="1800"/>
              </a:spcBef>
              <a:spcAft>
                <a:spcPts val="0"/>
              </a:spcAft>
              <a:buClr>
                <a:schemeClr val="dk1"/>
              </a:buClr>
              <a:buSzPts val="10080"/>
              <a:buChar char="•"/>
              <a:defRPr sz="10080"/>
            </a:lvl2pPr>
            <a:lvl3pPr marL="1371600" lvl="2" indent="-777240" algn="l">
              <a:lnSpc>
                <a:spcPct val="90000"/>
              </a:lnSpc>
              <a:spcBef>
                <a:spcPts val="1800"/>
              </a:spcBef>
              <a:spcAft>
                <a:spcPts val="0"/>
              </a:spcAft>
              <a:buClr>
                <a:schemeClr val="dk1"/>
              </a:buClr>
              <a:buSzPts val="8640"/>
              <a:buChar char="•"/>
              <a:defRPr sz="8640"/>
            </a:lvl3pPr>
            <a:lvl4pPr marL="1828800" lvl="3" indent="-685800" algn="l">
              <a:lnSpc>
                <a:spcPct val="90000"/>
              </a:lnSpc>
              <a:spcBef>
                <a:spcPts val="1800"/>
              </a:spcBef>
              <a:spcAft>
                <a:spcPts val="0"/>
              </a:spcAft>
              <a:buClr>
                <a:schemeClr val="dk1"/>
              </a:buClr>
              <a:buSzPts val="7200"/>
              <a:buChar char="•"/>
              <a:defRPr sz="7200"/>
            </a:lvl4pPr>
            <a:lvl5pPr marL="2286000" lvl="4" indent="-685800" algn="l">
              <a:lnSpc>
                <a:spcPct val="90000"/>
              </a:lnSpc>
              <a:spcBef>
                <a:spcPts val="1800"/>
              </a:spcBef>
              <a:spcAft>
                <a:spcPts val="0"/>
              </a:spcAft>
              <a:buClr>
                <a:schemeClr val="dk1"/>
              </a:buClr>
              <a:buSzPts val="7200"/>
              <a:buChar char="•"/>
              <a:defRPr sz="7200"/>
            </a:lvl5pPr>
            <a:lvl6pPr marL="2743200" lvl="5" indent="-685800" algn="l">
              <a:lnSpc>
                <a:spcPct val="90000"/>
              </a:lnSpc>
              <a:spcBef>
                <a:spcPts val="1800"/>
              </a:spcBef>
              <a:spcAft>
                <a:spcPts val="0"/>
              </a:spcAft>
              <a:buClr>
                <a:schemeClr val="dk1"/>
              </a:buClr>
              <a:buSzPts val="7200"/>
              <a:buChar char="•"/>
              <a:defRPr sz="7200"/>
            </a:lvl6pPr>
            <a:lvl7pPr marL="3200400" lvl="6" indent="-685800" algn="l">
              <a:lnSpc>
                <a:spcPct val="90000"/>
              </a:lnSpc>
              <a:spcBef>
                <a:spcPts val="1800"/>
              </a:spcBef>
              <a:spcAft>
                <a:spcPts val="0"/>
              </a:spcAft>
              <a:buClr>
                <a:schemeClr val="dk1"/>
              </a:buClr>
              <a:buSzPts val="7200"/>
              <a:buChar char="•"/>
              <a:defRPr sz="7200"/>
            </a:lvl7pPr>
            <a:lvl8pPr marL="3657600" lvl="7" indent="-685800" algn="l">
              <a:lnSpc>
                <a:spcPct val="90000"/>
              </a:lnSpc>
              <a:spcBef>
                <a:spcPts val="1800"/>
              </a:spcBef>
              <a:spcAft>
                <a:spcPts val="0"/>
              </a:spcAft>
              <a:buClr>
                <a:schemeClr val="dk1"/>
              </a:buClr>
              <a:buSzPts val="7200"/>
              <a:buChar char="•"/>
              <a:defRPr sz="7200"/>
            </a:lvl8pPr>
            <a:lvl9pPr marL="4114800" lvl="8" indent="-685800" algn="l">
              <a:lnSpc>
                <a:spcPct val="90000"/>
              </a:lnSpc>
              <a:spcBef>
                <a:spcPts val="1800"/>
              </a:spcBef>
              <a:spcAft>
                <a:spcPts val="0"/>
              </a:spcAft>
              <a:buClr>
                <a:schemeClr val="dk1"/>
              </a:buClr>
              <a:buSzPts val="7200"/>
              <a:buChar char="•"/>
              <a:defRPr sz="7200"/>
            </a:lvl9pPr>
          </a:lstStyle>
          <a:p>
            <a:endParaRPr/>
          </a:p>
        </p:txBody>
      </p:sp>
      <p:sp>
        <p:nvSpPr>
          <p:cNvPr id="61" name="Google Shape;61;p10"/>
          <p:cNvSpPr txBox="1">
            <a:spLocks noGrp="1"/>
          </p:cNvSpPr>
          <p:nvPr>
            <p:ph type="body" idx="2"/>
          </p:nvPr>
        </p:nvSpPr>
        <p:spPr>
          <a:xfrm>
            <a:off x="2267428" y="13167360"/>
            <a:ext cx="10617041" cy="243941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5760"/>
              <a:buNone/>
              <a:defRPr sz="5760"/>
            </a:lvl1pPr>
            <a:lvl2pPr marL="914400" lvl="1" indent="-228600" algn="l">
              <a:lnSpc>
                <a:spcPct val="90000"/>
              </a:lnSpc>
              <a:spcBef>
                <a:spcPts val="1800"/>
              </a:spcBef>
              <a:spcAft>
                <a:spcPts val="0"/>
              </a:spcAft>
              <a:buClr>
                <a:schemeClr val="dk1"/>
              </a:buClr>
              <a:buSzPts val="5040"/>
              <a:buNone/>
              <a:defRPr sz="5040"/>
            </a:lvl2pPr>
            <a:lvl3pPr marL="1371600" lvl="2" indent="-228600" algn="l">
              <a:lnSpc>
                <a:spcPct val="90000"/>
              </a:lnSpc>
              <a:spcBef>
                <a:spcPts val="1800"/>
              </a:spcBef>
              <a:spcAft>
                <a:spcPts val="0"/>
              </a:spcAft>
              <a:buClr>
                <a:schemeClr val="dk1"/>
              </a:buClr>
              <a:buSzPts val="4320"/>
              <a:buNone/>
              <a:defRPr sz="4320"/>
            </a:lvl3pPr>
            <a:lvl4pPr marL="1828800" lvl="3" indent="-228600" algn="l">
              <a:lnSpc>
                <a:spcPct val="90000"/>
              </a:lnSpc>
              <a:spcBef>
                <a:spcPts val="1800"/>
              </a:spcBef>
              <a:spcAft>
                <a:spcPts val="0"/>
              </a:spcAft>
              <a:buClr>
                <a:schemeClr val="dk1"/>
              </a:buClr>
              <a:buSzPts val="3600"/>
              <a:buNone/>
              <a:defRPr sz="3600"/>
            </a:lvl4pPr>
            <a:lvl5pPr marL="2286000" lvl="4" indent="-228600" algn="l">
              <a:lnSpc>
                <a:spcPct val="90000"/>
              </a:lnSpc>
              <a:spcBef>
                <a:spcPts val="1800"/>
              </a:spcBef>
              <a:spcAft>
                <a:spcPts val="0"/>
              </a:spcAft>
              <a:buClr>
                <a:schemeClr val="dk1"/>
              </a:buClr>
              <a:buSzPts val="3600"/>
              <a:buNone/>
              <a:defRPr sz="3600"/>
            </a:lvl5pPr>
            <a:lvl6pPr marL="2743200" lvl="5" indent="-228600" algn="l">
              <a:lnSpc>
                <a:spcPct val="90000"/>
              </a:lnSpc>
              <a:spcBef>
                <a:spcPts val="1800"/>
              </a:spcBef>
              <a:spcAft>
                <a:spcPts val="0"/>
              </a:spcAft>
              <a:buClr>
                <a:schemeClr val="dk1"/>
              </a:buClr>
              <a:buSzPts val="3600"/>
              <a:buNone/>
              <a:defRPr sz="3600"/>
            </a:lvl6pPr>
            <a:lvl7pPr marL="3200400" lvl="6" indent="-228600" algn="l">
              <a:lnSpc>
                <a:spcPct val="90000"/>
              </a:lnSpc>
              <a:spcBef>
                <a:spcPts val="1800"/>
              </a:spcBef>
              <a:spcAft>
                <a:spcPts val="0"/>
              </a:spcAft>
              <a:buClr>
                <a:schemeClr val="dk1"/>
              </a:buClr>
              <a:buSzPts val="3600"/>
              <a:buNone/>
              <a:defRPr sz="3600"/>
            </a:lvl7pPr>
            <a:lvl8pPr marL="3657600" lvl="7" indent="-228600" algn="l">
              <a:lnSpc>
                <a:spcPct val="90000"/>
              </a:lnSpc>
              <a:spcBef>
                <a:spcPts val="1800"/>
              </a:spcBef>
              <a:spcAft>
                <a:spcPts val="0"/>
              </a:spcAft>
              <a:buClr>
                <a:schemeClr val="dk1"/>
              </a:buClr>
              <a:buSzPts val="3600"/>
              <a:buNone/>
              <a:defRPr sz="3600"/>
            </a:lvl8pPr>
            <a:lvl9pPr marL="4114800" lvl="8" indent="-228600" algn="l">
              <a:lnSpc>
                <a:spcPct val="90000"/>
              </a:lnSpc>
              <a:spcBef>
                <a:spcPts val="1800"/>
              </a:spcBef>
              <a:spcAft>
                <a:spcPts val="0"/>
              </a:spcAft>
              <a:buClr>
                <a:schemeClr val="dk1"/>
              </a:buClr>
              <a:buSzPts val="3600"/>
              <a:buNone/>
              <a:defRPr sz="3600"/>
            </a:lvl9pPr>
          </a:lstStyle>
          <a:p>
            <a:endParaRPr/>
          </a:p>
        </p:txBody>
      </p:sp>
      <p:sp>
        <p:nvSpPr>
          <p:cNvPr id="62" name="Google Shape;62;p10"/>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2926080"/>
            <a:ext cx="10617041" cy="10241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152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6319530"/>
            <a:ext cx="16664940" cy="31191200"/>
          </a:xfrm>
          <a:prstGeom prst="rect">
            <a:avLst/>
          </a:prstGeom>
          <a:noFill/>
          <a:ln>
            <a:noFill/>
          </a:ln>
        </p:spPr>
      </p:sp>
      <p:sp>
        <p:nvSpPr>
          <p:cNvPr id="68" name="Google Shape;68;p11"/>
          <p:cNvSpPr txBox="1">
            <a:spLocks noGrp="1"/>
          </p:cNvSpPr>
          <p:nvPr>
            <p:ph type="body" idx="1"/>
          </p:nvPr>
        </p:nvSpPr>
        <p:spPr>
          <a:xfrm>
            <a:off x="2267428" y="13167360"/>
            <a:ext cx="10617041" cy="243941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5760"/>
              <a:buNone/>
              <a:defRPr sz="5760"/>
            </a:lvl1pPr>
            <a:lvl2pPr marL="914400" lvl="1" indent="-228600" algn="l">
              <a:lnSpc>
                <a:spcPct val="90000"/>
              </a:lnSpc>
              <a:spcBef>
                <a:spcPts val="1800"/>
              </a:spcBef>
              <a:spcAft>
                <a:spcPts val="0"/>
              </a:spcAft>
              <a:buClr>
                <a:schemeClr val="dk1"/>
              </a:buClr>
              <a:buSzPts val="5040"/>
              <a:buNone/>
              <a:defRPr sz="5040"/>
            </a:lvl2pPr>
            <a:lvl3pPr marL="1371600" lvl="2" indent="-228600" algn="l">
              <a:lnSpc>
                <a:spcPct val="90000"/>
              </a:lnSpc>
              <a:spcBef>
                <a:spcPts val="1800"/>
              </a:spcBef>
              <a:spcAft>
                <a:spcPts val="0"/>
              </a:spcAft>
              <a:buClr>
                <a:schemeClr val="dk1"/>
              </a:buClr>
              <a:buSzPts val="4320"/>
              <a:buNone/>
              <a:defRPr sz="4320"/>
            </a:lvl3pPr>
            <a:lvl4pPr marL="1828800" lvl="3" indent="-228600" algn="l">
              <a:lnSpc>
                <a:spcPct val="90000"/>
              </a:lnSpc>
              <a:spcBef>
                <a:spcPts val="1800"/>
              </a:spcBef>
              <a:spcAft>
                <a:spcPts val="0"/>
              </a:spcAft>
              <a:buClr>
                <a:schemeClr val="dk1"/>
              </a:buClr>
              <a:buSzPts val="3600"/>
              <a:buNone/>
              <a:defRPr sz="3600"/>
            </a:lvl4pPr>
            <a:lvl5pPr marL="2286000" lvl="4" indent="-228600" algn="l">
              <a:lnSpc>
                <a:spcPct val="90000"/>
              </a:lnSpc>
              <a:spcBef>
                <a:spcPts val="1800"/>
              </a:spcBef>
              <a:spcAft>
                <a:spcPts val="0"/>
              </a:spcAft>
              <a:buClr>
                <a:schemeClr val="dk1"/>
              </a:buClr>
              <a:buSzPts val="3600"/>
              <a:buNone/>
              <a:defRPr sz="3600"/>
            </a:lvl5pPr>
            <a:lvl6pPr marL="2743200" lvl="5" indent="-228600" algn="l">
              <a:lnSpc>
                <a:spcPct val="90000"/>
              </a:lnSpc>
              <a:spcBef>
                <a:spcPts val="1800"/>
              </a:spcBef>
              <a:spcAft>
                <a:spcPts val="0"/>
              </a:spcAft>
              <a:buClr>
                <a:schemeClr val="dk1"/>
              </a:buClr>
              <a:buSzPts val="3600"/>
              <a:buNone/>
              <a:defRPr sz="3600"/>
            </a:lvl6pPr>
            <a:lvl7pPr marL="3200400" lvl="6" indent="-228600" algn="l">
              <a:lnSpc>
                <a:spcPct val="90000"/>
              </a:lnSpc>
              <a:spcBef>
                <a:spcPts val="1800"/>
              </a:spcBef>
              <a:spcAft>
                <a:spcPts val="0"/>
              </a:spcAft>
              <a:buClr>
                <a:schemeClr val="dk1"/>
              </a:buClr>
              <a:buSzPts val="3600"/>
              <a:buNone/>
              <a:defRPr sz="3600"/>
            </a:lvl7pPr>
            <a:lvl8pPr marL="3657600" lvl="7" indent="-228600" algn="l">
              <a:lnSpc>
                <a:spcPct val="90000"/>
              </a:lnSpc>
              <a:spcBef>
                <a:spcPts val="1800"/>
              </a:spcBef>
              <a:spcAft>
                <a:spcPts val="0"/>
              </a:spcAft>
              <a:buClr>
                <a:schemeClr val="dk1"/>
              </a:buClr>
              <a:buSzPts val="3600"/>
              <a:buNone/>
              <a:defRPr sz="3600"/>
            </a:lvl8pPr>
            <a:lvl9pPr marL="4114800" lvl="8" indent="-228600" algn="l">
              <a:lnSpc>
                <a:spcPct val="90000"/>
              </a:lnSpc>
              <a:spcBef>
                <a:spcPts val="1800"/>
              </a:spcBef>
              <a:spcAft>
                <a:spcPts val="0"/>
              </a:spcAft>
              <a:buClr>
                <a:schemeClr val="dk1"/>
              </a:buClr>
              <a:buSzPts val="3600"/>
              <a:buNone/>
              <a:defRPr sz="3600"/>
            </a:lvl9pPr>
          </a:lstStyle>
          <a:p>
            <a:endParaRPr/>
          </a:p>
        </p:txBody>
      </p:sp>
      <p:sp>
        <p:nvSpPr>
          <p:cNvPr id="69" name="Google Shape;69;p11"/>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2534919" y="11412222"/>
            <a:ext cx="27848563" cy="283921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8508365" y="17385667"/>
            <a:ext cx="37195763"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5893434" y="10493377"/>
            <a:ext cx="37195763" cy="2088261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5840"/>
              <a:buFont typeface="Calibri"/>
              <a:buNone/>
              <a:defRPr sz="15839"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11684000"/>
            <a:ext cx="28392120" cy="27848563"/>
          </a:xfrm>
          <a:prstGeom prst="rect">
            <a:avLst/>
          </a:prstGeom>
          <a:noFill/>
          <a:ln>
            <a:noFill/>
          </a:ln>
        </p:spPr>
        <p:txBody>
          <a:bodyPr spcFirstLastPara="1" wrap="square" lIns="91425" tIns="45700" rIns="91425" bIns="45700" anchor="t" anchorCtr="0">
            <a:normAutofit/>
          </a:bodyPr>
          <a:lstStyle>
            <a:lvl1pPr marL="457200" marR="0" lvl="0" indent="-868680" algn="l" rtl="0">
              <a:lnSpc>
                <a:spcPct val="90000"/>
              </a:lnSpc>
              <a:spcBef>
                <a:spcPts val="3600"/>
              </a:spcBef>
              <a:spcAft>
                <a:spcPts val="0"/>
              </a:spcAft>
              <a:buClr>
                <a:schemeClr val="dk1"/>
              </a:buClr>
              <a:buSzPts val="10080"/>
              <a:buFont typeface="Arial"/>
              <a:buChar char="•"/>
              <a:defRPr sz="10080" b="0" i="0" u="none" strike="noStrike" cap="none">
                <a:solidFill>
                  <a:schemeClr val="dk1"/>
                </a:solidFill>
                <a:latin typeface="Calibri"/>
                <a:ea typeface="Calibri"/>
                <a:cs typeface="Calibri"/>
                <a:sym typeface="Calibri"/>
              </a:defRPr>
            </a:lvl1pPr>
            <a:lvl2pPr marL="914400" marR="0" lvl="1" indent="-777240" algn="l" rtl="0">
              <a:lnSpc>
                <a:spcPct val="90000"/>
              </a:lnSpc>
              <a:spcBef>
                <a:spcPts val="18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2pPr>
            <a:lvl3pPr marL="1371600" marR="0" lvl="2" indent="-685800" algn="l" rtl="0">
              <a:lnSpc>
                <a:spcPct val="90000"/>
              </a:lnSpc>
              <a:spcBef>
                <a:spcPts val="18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3pPr>
            <a:lvl4pPr marL="1828800" marR="0" lvl="3"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4pPr>
            <a:lvl5pPr marL="2286000" marR="0" lvl="4"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5pPr>
            <a:lvl6pPr marL="2743200" marR="0" lvl="5"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6pPr>
            <a:lvl7pPr marL="3200400" marR="0" lvl="6"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7pPr>
            <a:lvl8pPr marL="3657600" marR="0" lvl="7"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8pPr>
            <a:lvl9pPr marL="4114800" marR="0" lvl="8"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32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32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4320"/>
              <a:buFont typeface="Arial"/>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d3.js" TargetMode="Externa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82CAEB"/>
            </a:gs>
            <a:gs pos="40000">
              <a:srgbClr val="91D4E2"/>
            </a:gs>
            <a:gs pos="93000">
              <a:srgbClr val="A0DED9"/>
            </a:gs>
            <a:gs pos="100000">
              <a:srgbClr val="BEF2C7"/>
            </a:gs>
          </a:gsLst>
          <a:lin ang="5400012" scaled="0"/>
        </a:gradFill>
        <a:effectLst/>
      </p:bgPr>
    </p:bg>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4201349" y="372400"/>
            <a:ext cx="24515700" cy="1754700"/>
          </a:xfrm>
          <a:prstGeom prst="rect">
            <a:avLst/>
          </a:prstGeom>
          <a:noFill/>
          <a:ln>
            <a:noFill/>
          </a:ln>
        </p:spPr>
        <p:txBody>
          <a:bodyPr spcFirstLastPara="1" wrap="square" lIns="0" tIns="34275" rIns="68575" bIns="34275" anchor="b" anchorCtr="0">
            <a:normAutofit/>
          </a:bodyPr>
          <a:lstStyle/>
          <a:p>
            <a:pPr marL="0" lvl="0" indent="0" algn="ctr" rtl="0">
              <a:lnSpc>
                <a:spcPct val="90000"/>
              </a:lnSpc>
              <a:spcBef>
                <a:spcPts val="0"/>
              </a:spcBef>
              <a:spcAft>
                <a:spcPts val="0"/>
              </a:spcAft>
              <a:buClr>
                <a:srgbClr val="222A35"/>
              </a:buClr>
              <a:buSzPts val="11078"/>
              <a:buFont typeface="Gill Sans"/>
              <a:buNone/>
            </a:pPr>
            <a:r>
              <a:rPr lang="en-US" sz="9578" b="1">
                <a:latin typeface="Helvetica Neue"/>
                <a:ea typeface="Helvetica Neue"/>
                <a:cs typeface="Helvetica Neue"/>
                <a:sym typeface="Helvetica Neue"/>
              </a:rPr>
              <a:t>Sentiment Analysis and Kaiāulu React</a:t>
            </a:r>
            <a:endParaRPr sz="20100" b="1">
              <a:latin typeface="Helvetica Neue"/>
              <a:ea typeface="Helvetica Neue"/>
              <a:cs typeface="Helvetica Neue"/>
              <a:sym typeface="Helvetica Neue"/>
            </a:endParaRPr>
          </a:p>
        </p:txBody>
      </p:sp>
      <p:sp>
        <p:nvSpPr>
          <p:cNvPr id="90" name="Google Shape;90;p1"/>
          <p:cNvSpPr txBox="1"/>
          <p:nvPr/>
        </p:nvSpPr>
        <p:spPr>
          <a:xfrm>
            <a:off x="4459317" y="2335801"/>
            <a:ext cx="24247500" cy="2308800"/>
          </a:xfrm>
          <a:prstGeom prst="rect">
            <a:avLst/>
          </a:prstGeom>
          <a:noFill/>
          <a:ln>
            <a:noFill/>
          </a:ln>
          <a:effectLst>
            <a:outerShdw blurRad="50800" dist="38100" dir="2700000" algn="tl" rotWithShape="0">
              <a:srgbClr val="56633C">
                <a:alpha val="42352"/>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rgbClr val="000000"/>
                </a:solidFill>
                <a:latin typeface="Helvetica Neue"/>
                <a:ea typeface="Helvetica Neue"/>
                <a:cs typeface="Helvetica Neue"/>
                <a:sym typeface="Helvetica Neue"/>
              </a:rPr>
              <a:t>Austin Dang, Gerald Matthew Huff</a:t>
            </a:r>
            <a:endParaRPr sz="1400" b="0" i="0" u="none" strike="noStrike" cap="none">
              <a:solidFill>
                <a:srgbClr val="000000"/>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000000"/>
              </a:buClr>
              <a:buSzPts val="4500"/>
              <a:buFont typeface="Arial"/>
              <a:buNone/>
            </a:pPr>
            <a:r>
              <a:rPr lang="en-US" sz="4500" b="0" i="0" u="none" strike="noStrike" cap="none">
                <a:solidFill>
                  <a:srgbClr val="000000"/>
                </a:solidFill>
                <a:latin typeface="Helvetica Neue"/>
                <a:ea typeface="Helvetica Neue"/>
                <a:cs typeface="Helvetica Neue"/>
                <a:sym typeface="Helvetica Neue"/>
              </a:rPr>
              <a:t>Sponsor: Carlos Paradis, Software Analytics Insight Lab</a:t>
            </a:r>
            <a:endParaRPr sz="1400" b="0" i="0" u="none" strike="noStrike" cap="none">
              <a:solidFill>
                <a:srgbClr val="000000"/>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000000"/>
              </a:buClr>
              <a:buSzPts val="4500"/>
              <a:buFont typeface="Arial"/>
              <a:buNone/>
            </a:pPr>
            <a:r>
              <a:rPr lang="en-US" sz="4500" b="0" i="0" u="none" strike="noStrike" cap="none">
                <a:solidFill>
                  <a:srgbClr val="000000"/>
                </a:solidFill>
                <a:latin typeface="Helvetica Neue"/>
                <a:ea typeface="Helvetica Neue"/>
                <a:cs typeface="Helvetica Neue"/>
                <a:sym typeface="Helvetica Neue"/>
              </a:rPr>
              <a:t>ICS 496 Capstone Project – Spring 2025</a:t>
            </a:r>
            <a:endParaRPr sz="1400" b="0" i="0" u="none" strike="noStrike" cap="none">
              <a:solidFill>
                <a:srgbClr val="000000"/>
              </a:solidFill>
              <a:latin typeface="Helvetica Neue"/>
              <a:ea typeface="Helvetica Neue"/>
              <a:cs typeface="Helvetica Neue"/>
              <a:sym typeface="Helvetica Neue"/>
            </a:endParaRPr>
          </a:p>
        </p:txBody>
      </p:sp>
      <p:sp>
        <p:nvSpPr>
          <p:cNvPr id="91" name="Google Shape;91;p1"/>
          <p:cNvSpPr txBox="1"/>
          <p:nvPr/>
        </p:nvSpPr>
        <p:spPr>
          <a:xfrm>
            <a:off x="1350975" y="5281975"/>
            <a:ext cx="14813400" cy="4193700"/>
          </a:xfrm>
          <a:prstGeom prst="rect">
            <a:avLst/>
          </a:prstGeom>
          <a:solidFill>
            <a:schemeClr val="lt1"/>
          </a:solidFill>
          <a:ln>
            <a:noFill/>
          </a:ln>
          <a:effectLst>
            <a:outerShdw blurRad="57150" dist="161925" dir="8100000" algn="bl" rotWithShape="0">
              <a:schemeClr val="accent6"/>
            </a:outerShdw>
          </a:effectLst>
        </p:spPr>
        <p:txBody>
          <a:bodyPr spcFirstLastPara="1" wrap="square" lIns="325550" tIns="162775" rIns="325550" bIns="162775" anchor="t" anchorCtr="0">
            <a:noAutofit/>
          </a:bodyPr>
          <a:lstStyle/>
          <a:p>
            <a:pPr marL="0" marR="0" lvl="0" indent="0" algn="l" rtl="0">
              <a:lnSpc>
                <a:spcPct val="100000"/>
              </a:lnSpc>
              <a:spcBef>
                <a:spcPts val="0"/>
              </a:spcBef>
              <a:spcAft>
                <a:spcPts val="0"/>
              </a:spcAft>
              <a:buClr>
                <a:srgbClr val="000000"/>
              </a:buClr>
              <a:buSzPts val="4569"/>
              <a:buFont typeface="Arial"/>
              <a:buNone/>
            </a:pPr>
            <a:r>
              <a:rPr lang="en-US" sz="4569" b="1" i="0" u="none" strike="noStrike" cap="none">
                <a:solidFill>
                  <a:schemeClr val="dk1"/>
                </a:solidFill>
                <a:latin typeface="Helvetica Neue"/>
                <a:ea typeface="Helvetica Neue"/>
                <a:cs typeface="Helvetica Neue"/>
                <a:sym typeface="Helvetica Neue"/>
              </a:rPr>
              <a:t>What is Kaiāulu?</a:t>
            </a:r>
            <a:endParaRPr sz="14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r>
              <a:rPr lang="en-US" sz="3600" b="0" i="0" u="none" strike="noStrike" cap="none">
                <a:solidFill>
                  <a:srgbClr val="000000"/>
                </a:solidFill>
                <a:latin typeface="Helvetica Neue"/>
                <a:ea typeface="Helvetica Neue"/>
                <a:cs typeface="Helvetica Neue"/>
                <a:sym typeface="Helvetica Neue"/>
              </a:rPr>
              <a:t>Kaiaulu is an R package and common interface that helps with understanding evolving software development communities, and the artifacts (gitlog, mailing list, files, etc.) which developers collaborate and communicate about which allows developers to get a better understanding of the software.</a:t>
            </a:r>
            <a:endParaRPr sz="3600" b="0" i="0" u="none" strike="noStrike" cap="none">
              <a:solidFill>
                <a:srgbClr val="000000"/>
              </a:solidFill>
              <a:latin typeface="Helvetica Neue"/>
              <a:ea typeface="Helvetica Neue"/>
              <a:cs typeface="Helvetica Neue"/>
              <a:sym typeface="Helvetica Neue"/>
            </a:endParaRPr>
          </a:p>
        </p:txBody>
      </p:sp>
      <p:sp>
        <p:nvSpPr>
          <p:cNvPr id="92" name="Google Shape;92;p1"/>
          <p:cNvSpPr txBox="1"/>
          <p:nvPr/>
        </p:nvSpPr>
        <p:spPr>
          <a:xfrm>
            <a:off x="1350975" y="11937217"/>
            <a:ext cx="14813400" cy="8487900"/>
          </a:xfrm>
          <a:prstGeom prst="rect">
            <a:avLst/>
          </a:prstGeom>
          <a:solidFill>
            <a:schemeClr val="lt1"/>
          </a:solidFill>
          <a:ln>
            <a:noFill/>
          </a:ln>
          <a:effectLst>
            <a:outerShdw blurRad="57150" dist="161925" dir="8100000" algn="bl" rotWithShape="0">
              <a:schemeClr val="accent6"/>
            </a:outerShdw>
          </a:effectLst>
        </p:spPr>
        <p:txBody>
          <a:bodyPr spcFirstLastPara="1" wrap="square" lIns="325550" tIns="162775" rIns="325550" bIns="162775" anchor="t" anchorCtr="0">
            <a:noAutofit/>
          </a:bodyPr>
          <a:lstStyle/>
          <a:p>
            <a:pPr marL="0" marR="0" lvl="0" indent="0" algn="l" rtl="0">
              <a:lnSpc>
                <a:spcPct val="100000"/>
              </a:lnSpc>
              <a:spcBef>
                <a:spcPts val="554"/>
              </a:spcBef>
              <a:spcAft>
                <a:spcPts val="0"/>
              </a:spcAft>
              <a:buClr>
                <a:srgbClr val="000000"/>
              </a:buClr>
              <a:buSzPts val="4550"/>
              <a:buFont typeface="Arial"/>
              <a:buNone/>
            </a:pPr>
            <a:r>
              <a:rPr lang="en-US" sz="4550" b="1" i="0" u="none" strike="noStrike" cap="none">
                <a:solidFill>
                  <a:srgbClr val="000000"/>
                </a:solidFill>
                <a:latin typeface="Helvetica Neue"/>
                <a:ea typeface="Helvetica Neue"/>
                <a:cs typeface="Helvetica Neue"/>
                <a:sym typeface="Helvetica Neue"/>
              </a:rPr>
              <a:t>Objectives</a:t>
            </a:r>
            <a:endParaRPr sz="4550" b="1"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554"/>
              </a:spcBef>
              <a:spcAft>
                <a:spcPts val="0"/>
              </a:spcAft>
              <a:buClr>
                <a:srgbClr val="000000"/>
              </a:buClr>
              <a:buSzPts val="3600"/>
              <a:buFont typeface="Helvetica Neue"/>
              <a:buChar char="●"/>
            </a:pPr>
            <a:r>
              <a:rPr lang="en-US" sz="3600" b="1" i="0" u="none" strike="noStrike" cap="none">
                <a:solidFill>
                  <a:srgbClr val="000000"/>
                </a:solidFill>
                <a:latin typeface="Helvetica Neue"/>
                <a:ea typeface="Helvetica Neue"/>
                <a:cs typeface="Helvetica Neue"/>
                <a:sym typeface="Helvetica Neue"/>
              </a:rPr>
              <a:t>Sentiment tools</a:t>
            </a:r>
            <a:r>
              <a:rPr lang="en-US" sz="3600" b="0" i="0" u="none" strike="noStrike" cap="none">
                <a:solidFill>
                  <a:srgbClr val="000000"/>
                </a:solidFill>
                <a:latin typeface="Helvetica Neue"/>
                <a:ea typeface="Helvetica Neue"/>
                <a:cs typeface="Helvetica Neue"/>
                <a:sym typeface="Helvetica Neue"/>
              </a:rPr>
              <a:t>: Introduce sentiment-analysis tools for project communication data using machine-learning models to help researchers and developers understand team emotional tone and communication trends.</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1" i="0" u="none" strike="noStrike" cap="none">
                <a:solidFill>
                  <a:srgbClr val="000000"/>
                </a:solidFill>
                <a:latin typeface="Helvetica Neue"/>
                <a:ea typeface="Helvetica Neue"/>
                <a:cs typeface="Helvetica Neue"/>
                <a:sym typeface="Helvetica Neue"/>
              </a:rPr>
              <a:t>Preprocessing improvements</a:t>
            </a:r>
            <a:r>
              <a:rPr lang="en-US" sz="3600" b="0" i="0" u="none" strike="noStrike" cap="none">
                <a:solidFill>
                  <a:srgbClr val="000000"/>
                </a:solidFill>
                <a:latin typeface="Helvetica Neue"/>
                <a:ea typeface="Helvetica Neue"/>
                <a:cs typeface="Helvetica Neue"/>
                <a:sym typeface="Helvetica Neue"/>
              </a:rPr>
              <a:t>: Improve data preprocessing methods to ensure necessary communication data is consistent and ready for accurate model training and sentiment prediction.</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1" i="0" u="none" strike="noStrike" cap="none">
                <a:solidFill>
                  <a:srgbClr val="000000"/>
                </a:solidFill>
                <a:latin typeface="Helvetica Neue"/>
                <a:ea typeface="Helvetica Neue"/>
                <a:cs typeface="Helvetica Neue"/>
                <a:sym typeface="Helvetica Neue"/>
              </a:rPr>
              <a:t>Web application for software analytics: </a:t>
            </a:r>
            <a:r>
              <a:rPr lang="en-US" sz="3600" b="0" i="0" u="none" strike="noStrike" cap="none">
                <a:solidFill>
                  <a:srgbClr val="000000"/>
                </a:solidFill>
                <a:latin typeface="Helvetica Neue"/>
                <a:ea typeface="Helvetica Neue"/>
                <a:cs typeface="Helvetica Neue"/>
                <a:sym typeface="Helvetica Neue"/>
              </a:rPr>
              <a:t>Create a web application for software analysis by providing an interactive interface for visualizing data extracted by Kaiaulu.</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1" i="0" u="none" strike="noStrike" cap="none">
                <a:solidFill>
                  <a:srgbClr val="000000"/>
                </a:solidFill>
                <a:latin typeface="Helvetica Neue"/>
                <a:ea typeface="Helvetica Neue"/>
                <a:cs typeface="Helvetica Neue"/>
                <a:sym typeface="Helvetica Neue"/>
              </a:rPr>
              <a:t>Scalable web architecture: </a:t>
            </a:r>
            <a:r>
              <a:rPr lang="en-US" sz="3600" b="0" i="0" u="none" strike="noStrike" cap="none">
                <a:solidFill>
                  <a:srgbClr val="000000"/>
                </a:solidFill>
                <a:latin typeface="Helvetica Neue"/>
                <a:ea typeface="Helvetica Neue"/>
                <a:cs typeface="Helvetica Neue"/>
                <a:sym typeface="Helvetica Neue"/>
              </a:rPr>
              <a:t>Establish a scalable architecture that supports the efforts of future developers in building upon the Kaiaulu web application.</a:t>
            </a:r>
            <a:endParaRPr sz="3600" b="0" i="0" u="none" strike="noStrike" cap="none">
              <a:solidFill>
                <a:srgbClr val="000000"/>
              </a:solidFill>
              <a:latin typeface="Helvetica Neue"/>
              <a:ea typeface="Helvetica Neue"/>
              <a:cs typeface="Helvetica Neue"/>
              <a:sym typeface="Helvetica Neue"/>
            </a:endParaRPr>
          </a:p>
        </p:txBody>
      </p:sp>
      <p:pic>
        <p:nvPicPr>
          <p:cNvPr id="93" name="Google Shape;93;p1" descr="Icon&#10;&#10;Description automatically generated"/>
          <p:cNvPicPr preferRelativeResize="0"/>
          <p:nvPr/>
        </p:nvPicPr>
        <p:blipFill rotWithShape="1">
          <a:blip r:embed="rId3">
            <a:alphaModFix/>
          </a:blip>
          <a:srcRect/>
          <a:stretch/>
        </p:blipFill>
        <p:spPr>
          <a:xfrm>
            <a:off x="902138" y="1081449"/>
            <a:ext cx="2800350" cy="2800350"/>
          </a:xfrm>
          <a:prstGeom prst="rect">
            <a:avLst/>
          </a:prstGeom>
          <a:noFill/>
          <a:ln>
            <a:noFill/>
          </a:ln>
        </p:spPr>
      </p:pic>
      <p:pic>
        <p:nvPicPr>
          <p:cNvPr id="94" name="Google Shape;94;p1" descr="Logo&#10;&#10;Description automatically generated"/>
          <p:cNvPicPr preferRelativeResize="0"/>
          <p:nvPr/>
        </p:nvPicPr>
        <p:blipFill rotWithShape="1">
          <a:blip r:embed="rId4">
            <a:alphaModFix/>
          </a:blip>
          <a:srcRect/>
          <a:stretch/>
        </p:blipFill>
        <p:spPr>
          <a:xfrm>
            <a:off x="28965180" y="1081450"/>
            <a:ext cx="2792635" cy="2800349"/>
          </a:xfrm>
          <a:prstGeom prst="rect">
            <a:avLst/>
          </a:prstGeom>
          <a:noFill/>
          <a:ln>
            <a:noFill/>
          </a:ln>
        </p:spPr>
      </p:pic>
      <p:sp>
        <p:nvSpPr>
          <p:cNvPr id="95" name="Google Shape;95;p1"/>
          <p:cNvSpPr txBox="1"/>
          <p:nvPr/>
        </p:nvSpPr>
        <p:spPr>
          <a:xfrm>
            <a:off x="17234950" y="34213800"/>
            <a:ext cx="14813400" cy="8633700"/>
          </a:xfrm>
          <a:prstGeom prst="rect">
            <a:avLst/>
          </a:prstGeom>
          <a:solidFill>
            <a:schemeClr val="lt1"/>
          </a:solidFill>
          <a:ln>
            <a:noFill/>
          </a:ln>
          <a:effectLst>
            <a:outerShdw blurRad="57150" dist="161925" dir="8100000" algn="bl" rotWithShape="0">
              <a:srgbClr val="5A8C38"/>
            </a:outerShdw>
          </a:effectLst>
        </p:spPr>
        <p:txBody>
          <a:bodyPr spcFirstLastPara="1" wrap="square" lIns="325550" tIns="162775" rIns="325550" bIns="162775" anchor="t" anchorCtr="0">
            <a:noAutofit/>
          </a:bodyPr>
          <a:lstStyle/>
          <a:p>
            <a:pPr marL="0" marR="0" lvl="0" indent="0" algn="l" rtl="0">
              <a:lnSpc>
                <a:spcPct val="100000"/>
              </a:lnSpc>
              <a:spcBef>
                <a:spcPts val="554"/>
              </a:spcBef>
              <a:spcAft>
                <a:spcPts val="0"/>
              </a:spcAft>
              <a:buClr>
                <a:srgbClr val="000000"/>
              </a:buClr>
              <a:buSzPts val="4550"/>
              <a:buFont typeface="Arial"/>
              <a:buNone/>
            </a:pPr>
            <a:r>
              <a:rPr lang="en-US" sz="4550" b="1" i="0" u="none" strike="noStrike" cap="none">
                <a:solidFill>
                  <a:srgbClr val="000000"/>
                </a:solidFill>
                <a:latin typeface="Helvetica Neue"/>
                <a:ea typeface="Helvetica Neue"/>
                <a:cs typeface="Helvetica Neue"/>
                <a:sym typeface="Helvetica Neue"/>
              </a:rPr>
              <a:t>Learnings &amp; Conclusions</a:t>
            </a:r>
            <a:endParaRPr sz="4550" b="1"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r>
              <a:rPr lang="en-US" sz="3600" b="0" i="0" u="none" strike="noStrike" cap="none">
                <a:solidFill>
                  <a:srgbClr val="000000"/>
                </a:solidFill>
                <a:latin typeface="Helvetica Neue"/>
                <a:ea typeface="Helvetica Neue"/>
                <a:cs typeface="Helvetica Neue"/>
                <a:sym typeface="Helvetica Neue"/>
              </a:rPr>
              <a:t>The project reinforced the importance of adhering to Kaiaulu’s architecture. By implementing reproducibility methods within preprocessing steps, it can be adapted to different communication sources which supports flexible sentiment-analysis workflows that can be reliably applied across projects</a:t>
            </a:r>
            <a:r>
              <a:rPr lang="en-US" sz="3600">
                <a:latin typeface="Helvetica Neue"/>
                <a:ea typeface="Helvetica Neue"/>
                <a:cs typeface="Helvetica Neue"/>
                <a:sym typeface="Helvetica Neue"/>
              </a:rPr>
              <a:t> and makes the overall process easier to manage.</a:t>
            </a: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r>
              <a:rPr lang="en-US" sz="3600" b="0" i="0" u="none" strike="noStrike" cap="none">
                <a:solidFill>
                  <a:srgbClr val="000000"/>
                </a:solidFill>
                <a:latin typeface="Helvetica Neue"/>
                <a:ea typeface="Helvetica Neue"/>
                <a:cs typeface="Helvetica Neue"/>
                <a:sym typeface="Helvetica Neue"/>
              </a:rPr>
              <a:t>Creation of the Kaiāulu web application from the ground up allowed for a strong reinforcement of development skills in addition to a newfound understanding of architectural design. The rippling effects of design choices made at the beginning of this project was an invaluable learning experience. Furthermore, deep insight was gained when designing an application with developers in mind and even more regarding data visualization.</a:t>
            </a: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endParaRPr sz="3600" b="0" i="0" u="none" strike="noStrike" cap="none">
              <a:solidFill>
                <a:srgbClr val="000000"/>
              </a:solidFill>
              <a:latin typeface="Helvetica Neue"/>
              <a:ea typeface="Helvetica Neue"/>
              <a:cs typeface="Helvetica Neue"/>
              <a:sym typeface="Helvetica Neue"/>
            </a:endParaRPr>
          </a:p>
        </p:txBody>
      </p:sp>
      <p:pic>
        <p:nvPicPr>
          <p:cNvPr id="96" name="Google Shape;96;p1"/>
          <p:cNvPicPr preferRelativeResize="0"/>
          <p:nvPr/>
        </p:nvPicPr>
        <p:blipFill>
          <a:blip r:embed="rId5">
            <a:alphaModFix/>
          </a:blip>
          <a:srcRect t="10" b="10"/>
          <a:stretch/>
        </p:blipFill>
        <p:spPr>
          <a:xfrm>
            <a:off x="17234950" y="5281975"/>
            <a:ext cx="14819234" cy="11442949"/>
          </a:xfrm>
          <a:prstGeom prst="rect">
            <a:avLst/>
          </a:prstGeom>
          <a:noFill/>
          <a:ln>
            <a:noFill/>
          </a:ln>
        </p:spPr>
      </p:pic>
      <p:sp>
        <p:nvSpPr>
          <p:cNvPr id="97" name="Google Shape;97;p1"/>
          <p:cNvSpPr txBox="1"/>
          <p:nvPr/>
        </p:nvSpPr>
        <p:spPr>
          <a:xfrm>
            <a:off x="1350975" y="33501300"/>
            <a:ext cx="14813400" cy="9345900"/>
          </a:xfrm>
          <a:prstGeom prst="rect">
            <a:avLst/>
          </a:prstGeom>
          <a:solidFill>
            <a:schemeClr val="lt1"/>
          </a:solidFill>
          <a:ln>
            <a:noFill/>
          </a:ln>
          <a:effectLst>
            <a:outerShdw blurRad="57150" dist="161925" dir="8100000" algn="bl" rotWithShape="0">
              <a:schemeClr val="accent6"/>
            </a:outerShdw>
          </a:effectLst>
        </p:spPr>
        <p:txBody>
          <a:bodyPr spcFirstLastPara="1" wrap="square" lIns="325550" tIns="162775" rIns="325550" bIns="162775" anchor="t" anchorCtr="0">
            <a:noAutofit/>
          </a:bodyPr>
          <a:lstStyle/>
          <a:p>
            <a:pPr marL="0" marR="0" lvl="0" indent="0" algn="l" rtl="0">
              <a:lnSpc>
                <a:spcPct val="100000"/>
              </a:lnSpc>
              <a:spcBef>
                <a:spcPts val="554"/>
              </a:spcBef>
              <a:spcAft>
                <a:spcPts val="0"/>
              </a:spcAft>
              <a:buClr>
                <a:srgbClr val="000000"/>
              </a:buClr>
              <a:buSzPts val="4550"/>
              <a:buFont typeface="Arial"/>
              <a:buNone/>
            </a:pPr>
            <a:r>
              <a:rPr lang="en-US" sz="4550" b="1" i="0" u="none" strike="noStrike" cap="none">
                <a:solidFill>
                  <a:srgbClr val="000000"/>
                </a:solidFill>
                <a:latin typeface="Helvetica Neue"/>
                <a:ea typeface="Helvetica Neue"/>
                <a:cs typeface="Helvetica Neue"/>
                <a:sym typeface="Helvetica Neue"/>
              </a:rPr>
              <a:t>Tasks accomplished</a:t>
            </a:r>
            <a:endParaRPr sz="4550" b="1"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554"/>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Built a preprocessing pipeline for cleaning and standardizing communication data (emails, Github comments, Jira issues)</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Configured project workflows using standardized YAML files for reproducibility.</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Integrated Python-based ML scripts into R notebooks to perform sentiment analysis, creating a reusable method that enables future users to assess overall sentiment in new datasets and better understand developer communication trends.</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Created a web application that utilizes data extracted by the Kaiaulu R package and provides several features to assist developers in analyzing software.</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Created documentation that will inform new contributors of the logic behind existing features and how to expand upon the application while maintaining proper organization.</a:t>
            </a:r>
            <a:endParaRPr sz="3600" b="0" i="0" u="none" strike="noStrike" cap="none">
              <a:solidFill>
                <a:srgbClr val="000000"/>
              </a:solidFill>
              <a:latin typeface="Helvetica Neue"/>
              <a:ea typeface="Helvetica Neue"/>
              <a:cs typeface="Helvetica Neue"/>
              <a:sym typeface="Helvetica Neue"/>
            </a:endParaRPr>
          </a:p>
        </p:txBody>
      </p:sp>
      <p:sp>
        <p:nvSpPr>
          <p:cNvPr id="98" name="Google Shape;98;p1"/>
          <p:cNvSpPr txBox="1"/>
          <p:nvPr/>
        </p:nvSpPr>
        <p:spPr>
          <a:xfrm>
            <a:off x="1350975" y="22886658"/>
            <a:ext cx="14813400" cy="8153100"/>
          </a:xfrm>
          <a:prstGeom prst="rect">
            <a:avLst/>
          </a:prstGeom>
          <a:solidFill>
            <a:schemeClr val="lt1"/>
          </a:solidFill>
          <a:ln>
            <a:noFill/>
          </a:ln>
          <a:effectLst>
            <a:outerShdw blurRad="57150" dist="161925" dir="8100000" algn="bl" rotWithShape="0">
              <a:schemeClr val="accent6"/>
            </a:outerShdw>
          </a:effectLst>
        </p:spPr>
        <p:txBody>
          <a:bodyPr spcFirstLastPara="1" wrap="square" lIns="325550" tIns="162775" rIns="325550" bIns="162775" anchor="t" anchorCtr="0">
            <a:noAutofit/>
          </a:bodyPr>
          <a:lstStyle/>
          <a:p>
            <a:pPr marL="0" marR="0" lvl="0" indent="0" algn="l" rtl="0">
              <a:lnSpc>
                <a:spcPct val="100000"/>
              </a:lnSpc>
              <a:spcBef>
                <a:spcPts val="554"/>
              </a:spcBef>
              <a:spcAft>
                <a:spcPts val="0"/>
              </a:spcAft>
              <a:buClr>
                <a:srgbClr val="000000"/>
              </a:buClr>
              <a:buSzPts val="4550"/>
              <a:buFont typeface="Arial"/>
              <a:buNone/>
            </a:pPr>
            <a:r>
              <a:rPr lang="en-US" sz="4550" b="1" i="0" u="none" strike="noStrike" cap="none">
                <a:solidFill>
                  <a:srgbClr val="000000"/>
                </a:solidFill>
                <a:latin typeface="Helvetica Neue"/>
                <a:ea typeface="Helvetica Neue"/>
                <a:cs typeface="Helvetica Neue"/>
                <a:sym typeface="Helvetica Neue"/>
              </a:rPr>
              <a:t>Challenges</a:t>
            </a:r>
            <a:endParaRPr sz="4550" b="1"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554"/>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Understanding diverse communication data was challenging; emails, comments, and issue trackers. store information differently, requiring tailored preprocessing to filter out irrelevant text so the ML model can focus on meaningful content.</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Implementing a consistent architecture when adding new features to the existing Kaiaulu repository, requiring careful adherence to the established workflows and design patterns.</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Designing a robust architecture for building a web application that will be understood and expanded upon by future contributors.</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Utilizing a JavaScript data visualization library to create a compelling interface for software analysis that supports the capabilities of the Kaiaulu R package.</a:t>
            </a:r>
            <a:endParaRPr sz="3600" b="0" i="0" u="none" strike="noStrike" cap="none">
              <a:solidFill>
                <a:srgbClr val="000000"/>
              </a:solidFill>
              <a:latin typeface="Helvetica Neue"/>
              <a:ea typeface="Helvetica Neue"/>
              <a:cs typeface="Helvetica Neue"/>
              <a:sym typeface="Helvetica Neue"/>
            </a:endParaRPr>
          </a:p>
        </p:txBody>
      </p:sp>
      <p:sp>
        <p:nvSpPr>
          <p:cNvPr id="99" name="Google Shape;99;p1"/>
          <p:cNvSpPr txBox="1"/>
          <p:nvPr/>
        </p:nvSpPr>
        <p:spPr>
          <a:xfrm>
            <a:off x="17234950" y="29704892"/>
            <a:ext cx="14813400" cy="3620400"/>
          </a:xfrm>
          <a:prstGeom prst="rect">
            <a:avLst/>
          </a:prstGeom>
          <a:solidFill>
            <a:schemeClr val="lt1"/>
          </a:solidFill>
          <a:ln>
            <a:noFill/>
          </a:ln>
          <a:effectLst>
            <a:outerShdw blurRad="57150" dist="161925" dir="8100000" algn="bl" rotWithShape="0">
              <a:srgbClr val="5A8C38"/>
            </a:outerShdw>
          </a:effectLst>
        </p:spPr>
        <p:txBody>
          <a:bodyPr spcFirstLastPara="1" wrap="square" lIns="325550" tIns="162775" rIns="325550" bIns="162775" anchor="t" anchorCtr="0">
            <a:noAutofit/>
          </a:bodyPr>
          <a:lstStyle/>
          <a:p>
            <a:pPr marL="0" marR="0" lvl="0" indent="0" algn="l" rtl="0">
              <a:lnSpc>
                <a:spcPct val="100000"/>
              </a:lnSpc>
              <a:spcBef>
                <a:spcPts val="554"/>
              </a:spcBef>
              <a:spcAft>
                <a:spcPts val="0"/>
              </a:spcAft>
              <a:buClr>
                <a:srgbClr val="000000"/>
              </a:buClr>
              <a:buSzPts val="4550"/>
              <a:buFont typeface="Arial"/>
              <a:buNone/>
            </a:pPr>
            <a:r>
              <a:rPr lang="en-US" sz="4550" b="1" i="0" u="none" strike="noStrike" cap="none">
                <a:solidFill>
                  <a:srgbClr val="000000"/>
                </a:solidFill>
                <a:latin typeface="Helvetica Neue"/>
                <a:ea typeface="Helvetica Neue"/>
                <a:cs typeface="Helvetica Neue"/>
                <a:sym typeface="Helvetica Neue"/>
              </a:rPr>
              <a:t>Technologies</a:t>
            </a:r>
            <a:endParaRPr sz="4550" b="1"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554"/>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Git &amp; GitHub</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Languages: TypeScript + CSS, Python, R</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JavaScript Libraries: React, </a:t>
            </a:r>
            <a:r>
              <a:rPr lang="en-US" sz="3600" b="0" i="0" u="sng" strike="noStrike" cap="none">
                <a:solidFill>
                  <a:schemeClr val="hlink"/>
                </a:solidFill>
                <a:latin typeface="Helvetica Neue"/>
                <a:ea typeface="Helvetica Neue"/>
                <a:cs typeface="Helvetica Neue"/>
                <a:sym typeface="Helvetica Neue"/>
                <a:hlinkClick r:id="rId6"/>
              </a:rPr>
              <a:t>D3.js</a:t>
            </a:r>
            <a:r>
              <a:rPr lang="en-US" sz="3600" b="0" i="0" u="none" strike="noStrike" cap="none">
                <a:solidFill>
                  <a:srgbClr val="000000"/>
                </a:solidFill>
                <a:latin typeface="Helvetica Neue"/>
                <a:ea typeface="Helvetica Neue"/>
                <a:cs typeface="Helvetica Neue"/>
                <a:sym typeface="Helvetica Neue"/>
              </a:rPr>
              <a:t>, MUI</a:t>
            </a:r>
            <a:endParaRPr sz="3600" b="0" i="0" u="none" strike="noStrike" cap="none">
              <a:solidFill>
                <a:srgbClr val="000000"/>
              </a:solidFill>
              <a:latin typeface="Helvetica Neue"/>
              <a:ea typeface="Helvetica Neue"/>
              <a:cs typeface="Helvetica Neue"/>
              <a:sym typeface="Helvetica Neue"/>
            </a:endParaRPr>
          </a:p>
          <a:p>
            <a:pPr marL="457200" marR="0" lvl="0" indent="-457200" algn="l" rtl="0">
              <a:lnSpc>
                <a:spcPct val="100000"/>
              </a:lnSpc>
              <a:spcBef>
                <a:spcPts val="0"/>
              </a:spcBef>
              <a:spcAft>
                <a:spcPts val="0"/>
              </a:spcAft>
              <a:buClr>
                <a:srgbClr val="000000"/>
              </a:buClr>
              <a:buSzPts val="3600"/>
              <a:buFont typeface="Helvetica Neue"/>
              <a:buChar char="●"/>
            </a:pPr>
            <a:r>
              <a:rPr lang="en-US" sz="3600" b="0" i="0" u="none" strike="noStrike" cap="none">
                <a:solidFill>
                  <a:srgbClr val="000000"/>
                </a:solidFill>
                <a:latin typeface="Helvetica Neue"/>
                <a:ea typeface="Helvetica Neue"/>
                <a:cs typeface="Helvetica Neue"/>
                <a:sym typeface="Helvetica Neue"/>
              </a:rPr>
              <a:t>Third Party Tools: Perceval, Pysenti</a:t>
            </a: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endParaRPr sz="36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54"/>
              </a:spcBef>
              <a:spcAft>
                <a:spcPts val="0"/>
              </a:spcAft>
              <a:buClr>
                <a:srgbClr val="000000"/>
              </a:buClr>
              <a:buSzPts val="3600"/>
              <a:buFont typeface="Arial"/>
              <a:buNone/>
            </a:pPr>
            <a:endParaRPr sz="3600" b="0" i="0" u="none" strike="noStrike" cap="none">
              <a:solidFill>
                <a:srgbClr val="000000"/>
              </a:solidFill>
              <a:latin typeface="Helvetica Neue"/>
              <a:ea typeface="Helvetica Neue"/>
              <a:cs typeface="Helvetica Neue"/>
              <a:sym typeface="Helvetica Neue"/>
            </a:endParaRPr>
          </a:p>
        </p:txBody>
      </p:sp>
      <p:pic>
        <p:nvPicPr>
          <p:cNvPr id="100" name="Google Shape;100;p1"/>
          <p:cNvPicPr preferRelativeResize="0"/>
          <p:nvPr/>
        </p:nvPicPr>
        <p:blipFill rotWithShape="1">
          <a:blip r:embed="rId7">
            <a:alphaModFix/>
          </a:blip>
          <a:srcRect/>
          <a:stretch/>
        </p:blipFill>
        <p:spPr>
          <a:xfrm>
            <a:off x="25132550" y="2335800"/>
            <a:ext cx="1754700" cy="1754700"/>
          </a:xfrm>
          <a:prstGeom prst="rect">
            <a:avLst/>
          </a:prstGeom>
          <a:noFill/>
          <a:ln>
            <a:noFill/>
          </a:ln>
        </p:spPr>
      </p:pic>
      <p:sp>
        <p:nvSpPr>
          <p:cNvPr id="101" name="Google Shape;101;p1"/>
          <p:cNvSpPr txBox="1"/>
          <p:nvPr/>
        </p:nvSpPr>
        <p:spPr>
          <a:xfrm>
            <a:off x="23875075" y="3998100"/>
            <a:ext cx="4598100" cy="646500"/>
          </a:xfrm>
          <a:prstGeom prst="rect">
            <a:avLst/>
          </a:prstGeom>
          <a:noFill/>
          <a:ln>
            <a:noFill/>
          </a:ln>
          <a:effectLst>
            <a:outerShdw blurRad="50800" dist="38100" dir="2700000" algn="tl" rotWithShape="0">
              <a:srgbClr val="56633C">
                <a:alpha val="42745"/>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Calibri"/>
                <a:ea typeface="Calibri"/>
                <a:cs typeface="Calibri"/>
                <a:sym typeface="Calibri"/>
              </a:rPr>
              <a:t>github.com/sailuh/kaiaulu</a:t>
            </a:r>
            <a:endParaRPr sz="3000" b="0" i="0" u="none" strike="noStrike" cap="none">
              <a:solidFill>
                <a:schemeClr val="dk1"/>
              </a:solidFill>
              <a:latin typeface="Calibri"/>
              <a:ea typeface="Calibri"/>
              <a:cs typeface="Calibri"/>
              <a:sym typeface="Calibri"/>
            </a:endParaRPr>
          </a:p>
        </p:txBody>
      </p:sp>
      <p:pic>
        <p:nvPicPr>
          <p:cNvPr id="102" name="Google Shape;102;p1"/>
          <p:cNvPicPr preferRelativeResize="0"/>
          <p:nvPr/>
        </p:nvPicPr>
        <p:blipFill>
          <a:blip r:embed="rId8">
            <a:alphaModFix/>
          </a:blip>
          <a:stretch>
            <a:fillRect/>
          </a:stretch>
        </p:blipFill>
        <p:spPr>
          <a:xfrm>
            <a:off x="17237863" y="17362300"/>
            <a:ext cx="14813401" cy="11454084"/>
          </a:xfrm>
          <a:prstGeom prst="rect">
            <a:avLst/>
          </a:pr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556</Words>
  <Application>Microsoft Office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Helvetica Neue</vt:lpstr>
      <vt:lpstr>Arial</vt:lpstr>
      <vt:lpstr>Gill Sans</vt:lpstr>
      <vt:lpstr>Office 2013 - 2022 Theme</vt:lpstr>
      <vt:lpstr>Sentiment Analysis and Kaiāulu React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Holly Sevier</dc:creator>
  <cp:lastModifiedBy>Austin Dang</cp:lastModifiedBy>
  <cp:revision>1</cp:revision>
  <dcterms:created xsi:type="dcterms:W3CDTF">2009-11-02T18:29:51Z</dcterms:created>
  <dcterms:modified xsi:type="dcterms:W3CDTF">2025-12-15T06:41:42Z</dcterms:modified>
</cp:coreProperties>
</file>